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00" t="0" r="-89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230" y="6208815"/>
            <a:ext cx="2967069" cy="807119"/>
            <a:chOff x="0" y="0"/>
            <a:chExt cx="418225" cy="1137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8225" cy="113768"/>
            </a:xfrm>
            <a:custGeom>
              <a:avLst/>
              <a:gdLst/>
              <a:ahLst/>
              <a:cxnLst/>
              <a:rect r="r" b="b" t="t" l="l"/>
              <a:pathLst>
                <a:path h="113768" w="418225">
                  <a:moveTo>
                    <a:pt x="56884" y="0"/>
                  </a:moveTo>
                  <a:lnTo>
                    <a:pt x="361341" y="0"/>
                  </a:lnTo>
                  <a:cubicBezTo>
                    <a:pt x="376427" y="0"/>
                    <a:pt x="390896" y="5993"/>
                    <a:pt x="401564" y="16661"/>
                  </a:cubicBezTo>
                  <a:cubicBezTo>
                    <a:pt x="412232" y="27329"/>
                    <a:pt x="418225" y="41797"/>
                    <a:pt x="418225" y="56884"/>
                  </a:cubicBezTo>
                  <a:lnTo>
                    <a:pt x="418225" y="56884"/>
                  </a:lnTo>
                  <a:cubicBezTo>
                    <a:pt x="418225" y="88300"/>
                    <a:pt x="392757" y="113768"/>
                    <a:pt x="361341" y="113768"/>
                  </a:cubicBezTo>
                  <a:lnTo>
                    <a:pt x="56884" y="113768"/>
                  </a:lnTo>
                  <a:cubicBezTo>
                    <a:pt x="25468" y="113768"/>
                    <a:pt x="0" y="88300"/>
                    <a:pt x="0" y="56884"/>
                  </a:cubicBezTo>
                  <a:lnTo>
                    <a:pt x="0" y="56884"/>
                  </a:lnTo>
                  <a:cubicBezTo>
                    <a:pt x="0" y="25468"/>
                    <a:pt x="25468" y="0"/>
                    <a:pt x="56884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8225" cy="151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08892" y="6208815"/>
            <a:ext cx="807119" cy="80711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4990214" y="6480414"/>
            <a:ext cx="301625" cy="263922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87196" y="886061"/>
            <a:ext cx="1704988" cy="593627"/>
            <a:chOff x="0" y="0"/>
            <a:chExt cx="240327" cy="836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327" cy="83675"/>
            </a:xfrm>
            <a:custGeom>
              <a:avLst/>
              <a:gdLst/>
              <a:ahLst/>
              <a:cxnLst/>
              <a:rect r="r" b="b" t="t" l="l"/>
              <a:pathLst>
                <a:path h="83675" w="240327">
                  <a:moveTo>
                    <a:pt x="41838" y="0"/>
                  </a:moveTo>
                  <a:lnTo>
                    <a:pt x="198490" y="0"/>
                  </a:lnTo>
                  <a:cubicBezTo>
                    <a:pt x="209586" y="0"/>
                    <a:pt x="220227" y="4408"/>
                    <a:pt x="228074" y="12254"/>
                  </a:cubicBezTo>
                  <a:cubicBezTo>
                    <a:pt x="235920" y="20100"/>
                    <a:pt x="240327" y="30742"/>
                    <a:pt x="240327" y="41838"/>
                  </a:cubicBezTo>
                  <a:lnTo>
                    <a:pt x="240327" y="41838"/>
                  </a:lnTo>
                  <a:cubicBezTo>
                    <a:pt x="240327" y="64944"/>
                    <a:pt x="221596" y="83675"/>
                    <a:pt x="198490" y="83675"/>
                  </a:cubicBezTo>
                  <a:lnTo>
                    <a:pt x="41838" y="83675"/>
                  </a:lnTo>
                  <a:cubicBezTo>
                    <a:pt x="30742" y="83675"/>
                    <a:pt x="20100" y="79267"/>
                    <a:pt x="12254" y="71421"/>
                  </a:cubicBezTo>
                  <a:cubicBezTo>
                    <a:pt x="4408" y="63575"/>
                    <a:pt x="0" y="52934"/>
                    <a:pt x="0" y="41838"/>
                  </a:cubicBezTo>
                  <a:lnTo>
                    <a:pt x="0" y="41838"/>
                  </a:lnTo>
                  <a:cubicBezTo>
                    <a:pt x="0" y="30742"/>
                    <a:pt x="4408" y="20100"/>
                    <a:pt x="12254" y="12254"/>
                  </a:cubicBezTo>
                  <a:cubicBezTo>
                    <a:pt x="20100" y="4408"/>
                    <a:pt x="30742" y="0"/>
                    <a:pt x="418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0327" cy="12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21698" y="2603955"/>
            <a:ext cx="4657109" cy="4477749"/>
            <a:chOff x="0" y="0"/>
            <a:chExt cx="3465633" cy="33321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65633" cy="3332161"/>
            </a:xfrm>
            <a:custGeom>
              <a:avLst/>
              <a:gdLst/>
              <a:ahLst/>
              <a:cxnLst/>
              <a:rect r="r" b="b" t="t" l="l"/>
              <a:pathLst>
                <a:path h="3332161" w="3465633">
                  <a:moveTo>
                    <a:pt x="46495" y="0"/>
                  </a:moveTo>
                  <a:lnTo>
                    <a:pt x="3419138" y="0"/>
                  </a:lnTo>
                  <a:cubicBezTo>
                    <a:pt x="3444817" y="0"/>
                    <a:pt x="3465633" y="20817"/>
                    <a:pt x="3465633" y="46495"/>
                  </a:cubicBezTo>
                  <a:lnTo>
                    <a:pt x="3465633" y="3285665"/>
                  </a:lnTo>
                  <a:cubicBezTo>
                    <a:pt x="3465633" y="3297997"/>
                    <a:pt x="3460735" y="3309823"/>
                    <a:pt x="3452015" y="3318542"/>
                  </a:cubicBezTo>
                  <a:cubicBezTo>
                    <a:pt x="3443296" y="3327262"/>
                    <a:pt x="3431470" y="3332161"/>
                    <a:pt x="3419138" y="3332161"/>
                  </a:cubicBezTo>
                  <a:lnTo>
                    <a:pt x="46495" y="3332161"/>
                  </a:lnTo>
                  <a:cubicBezTo>
                    <a:pt x="34164" y="3332161"/>
                    <a:pt x="22338" y="3327262"/>
                    <a:pt x="13618" y="3318542"/>
                  </a:cubicBezTo>
                  <a:cubicBezTo>
                    <a:pt x="4899" y="3309823"/>
                    <a:pt x="0" y="3297997"/>
                    <a:pt x="0" y="3285665"/>
                  </a:cubicBezTo>
                  <a:lnTo>
                    <a:pt x="0" y="46495"/>
                  </a:lnTo>
                  <a:cubicBezTo>
                    <a:pt x="0" y="34164"/>
                    <a:pt x="4899" y="22338"/>
                    <a:pt x="13618" y="13618"/>
                  </a:cubicBezTo>
                  <a:cubicBezTo>
                    <a:pt x="22338" y="4899"/>
                    <a:pt x="34164" y="0"/>
                    <a:pt x="46495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465633" cy="3370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82087" y="2789370"/>
            <a:ext cx="4175480" cy="4034933"/>
            <a:chOff x="0" y="0"/>
            <a:chExt cx="404756" cy="3911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4756" cy="391132"/>
            </a:xfrm>
            <a:custGeom>
              <a:avLst/>
              <a:gdLst/>
              <a:ahLst/>
              <a:cxnLst/>
              <a:rect r="r" b="b" t="t" l="l"/>
              <a:pathLst>
                <a:path h="391132" w="404756">
                  <a:moveTo>
                    <a:pt x="42645" y="0"/>
                  </a:moveTo>
                  <a:lnTo>
                    <a:pt x="362111" y="0"/>
                  </a:lnTo>
                  <a:cubicBezTo>
                    <a:pt x="373421" y="0"/>
                    <a:pt x="384268" y="4493"/>
                    <a:pt x="392266" y="12490"/>
                  </a:cubicBezTo>
                  <a:cubicBezTo>
                    <a:pt x="400263" y="20488"/>
                    <a:pt x="404756" y="31335"/>
                    <a:pt x="404756" y="42645"/>
                  </a:cubicBezTo>
                  <a:lnTo>
                    <a:pt x="404756" y="348487"/>
                  </a:lnTo>
                  <a:cubicBezTo>
                    <a:pt x="404756" y="359797"/>
                    <a:pt x="400263" y="370644"/>
                    <a:pt x="392266" y="378642"/>
                  </a:cubicBezTo>
                  <a:cubicBezTo>
                    <a:pt x="384268" y="386639"/>
                    <a:pt x="373421" y="391132"/>
                    <a:pt x="362111" y="391132"/>
                  </a:cubicBezTo>
                  <a:lnTo>
                    <a:pt x="42645" y="391132"/>
                  </a:lnTo>
                  <a:cubicBezTo>
                    <a:pt x="31335" y="391132"/>
                    <a:pt x="20488" y="386639"/>
                    <a:pt x="12490" y="378642"/>
                  </a:cubicBezTo>
                  <a:cubicBezTo>
                    <a:pt x="4493" y="370644"/>
                    <a:pt x="0" y="359797"/>
                    <a:pt x="0" y="348487"/>
                  </a:cubicBezTo>
                  <a:lnTo>
                    <a:pt x="0" y="42645"/>
                  </a:lnTo>
                  <a:cubicBezTo>
                    <a:pt x="0" y="31335"/>
                    <a:pt x="4493" y="20488"/>
                    <a:pt x="12490" y="12490"/>
                  </a:cubicBezTo>
                  <a:cubicBezTo>
                    <a:pt x="20488" y="4493"/>
                    <a:pt x="31335" y="0"/>
                    <a:pt x="42645" y="0"/>
                  </a:cubicBezTo>
                  <a:close/>
                </a:path>
              </a:pathLst>
            </a:custGeom>
            <a:blipFill>
              <a:blip r:embed="rId3"/>
              <a:stretch>
                <a:fillRect l="-26635" t="-21914" r="-22437" b="-3235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1184083">
            <a:off x="6921658" y="6179923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6" y="0"/>
                </a:lnTo>
                <a:lnTo>
                  <a:pt x="5755536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8230" y="3337741"/>
            <a:ext cx="9682968" cy="150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32"/>
              </a:lnSpc>
            </a:pPr>
            <a:r>
              <a:rPr lang="en-US" sz="1031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48230" y="4916937"/>
            <a:ext cx="8855193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d-to-End Application Development &amp; Deployment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Dinesh Karthick 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01707" y="8899541"/>
            <a:ext cx="390735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Ops Internal Presentation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42126" y="8748712"/>
            <a:ext cx="4163293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98434" y="6337737"/>
            <a:ext cx="2466661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Start Slide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7100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3209">
            <a:off x="12710074" y="6244931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1"/>
                </a:lnTo>
                <a:lnTo>
                  <a:pt x="0" y="67316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17000" y="8899525"/>
            <a:ext cx="415515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087196" y="2384770"/>
            <a:ext cx="817253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939690" y="5143500"/>
            <a:ext cx="6381782" cy="3180195"/>
            <a:chOff x="0" y="0"/>
            <a:chExt cx="3447175" cy="1717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47175" cy="1717810"/>
            </a:xfrm>
            <a:custGeom>
              <a:avLst/>
              <a:gdLst/>
              <a:ahLst/>
              <a:cxnLst/>
              <a:rect r="r" b="b" t="t" l="l"/>
              <a:pathLst>
                <a:path h="1717810" w="3447175">
                  <a:moveTo>
                    <a:pt x="33930" y="0"/>
                  </a:moveTo>
                  <a:lnTo>
                    <a:pt x="3413245" y="0"/>
                  </a:lnTo>
                  <a:cubicBezTo>
                    <a:pt x="3422244" y="0"/>
                    <a:pt x="3430874" y="3575"/>
                    <a:pt x="3437237" y="9938"/>
                  </a:cubicBezTo>
                  <a:cubicBezTo>
                    <a:pt x="3443601" y="16301"/>
                    <a:pt x="3447175" y="24931"/>
                    <a:pt x="3447175" y="33930"/>
                  </a:cubicBezTo>
                  <a:lnTo>
                    <a:pt x="3447175" y="1683880"/>
                  </a:lnTo>
                  <a:cubicBezTo>
                    <a:pt x="3447175" y="1702619"/>
                    <a:pt x="3431984" y="1717810"/>
                    <a:pt x="3413245" y="1717810"/>
                  </a:cubicBezTo>
                  <a:lnTo>
                    <a:pt x="33930" y="1717810"/>
                  </a:lnTo>
                  <a:cubicBezTo>
                    <a:pt x="15191" y="1717810"/>
                    <a:pt x="0" y="1702619"/>
                    <a:pt x="0" y="1683880"/>
                  </a:cubicBezTo>
                  <a:lnTo>
                    <a:pt x="0" y="33930"/>
                  </a:lnTo>
                  <a:cubicBezTo>
                    <a:pt x="0" y="15191"/>
                    <a:pt x="15191" y="0"/>
                    <a:pt x="3393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447175" cy="1755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28607" y="3784310"/>
            <a:ext cx="9711575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ort CRM is a full-stack web application designed to manage resort-related operations using a scalable backend and a modern frontend.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087196" y="886061"/>
            <a:ext cx="1704988" cy="593627"/>
            <a:chOff x="0" y="0"/>
            <a:chExt cx="240327" cy="836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0327" cy="83675"/>
            </a:xfrm>
            <a:custGeom>
              <a:avLst/>
              <a:gdLst/>
              <a:ahLst/>
              <a:cxnLst/>
              <a:rect r="r" b="b" t="t" l="l"/>
              <a:pathLst>
                <a:path h="83675" w="240327">
                  <a:moveTo>
                    <a:pt x="41838" y="0"/>
                  </a:moveTo>
                  <a:lnTo>
                    <a:pt x="198490" y="0"/>
                  </a:lnTo>
                  <a:cubicBezTo>
                    <a:pt x="209586" y="0"/>
                    <a:pt x="220227" y="4408"/>
                    <a:pt x="228074" y="12254"/>
                  </a:cubicBezTo>
                  <a:cubicBezTo>
                    <a:pt x="235920" y="20100"/>
                    <a:pt x="240327" y="30742"/>
                    <a:pt x="240327" y="41838"/>
                  </a:cubicBezTo>
                  <a:lnTo>
                    <a:pt x="240327" y="41838"/>
                  </a:lnTo>
                  <a:cubicBezTo>
                    <a:pt x="240327" y="64944"/>
                    <a:pt x="221596" y="83675"/>
                    <a:pt x="198490" y="83675"/>
                  </a:cubicBezTo>
                  <a:lnTo>
                    <a:pt x="41838" y="83675"/>
                  </a:lnTo>
                  <a:cubicBezTo>
                    <a:pt x="30742" y="83675"/>
                    <a:pt x="20100" y="79267"/>
                    <a:pt x="12254" y="71421"/>
                  </a:cubicBezTo>
                  <a:cubicBezTo>
                    <a:pt x="4408" y="63575"/>
                    <a:pt x="0" y="52934"/>
                    <a:pt x="0" y="41838"/>
                  </a:cubicBezTo>
                  <a:lnTo>
                    <a:pt x="0" y="41838"/>
                  </a:lnTo>
                  <a:cubicBezTo>
                    <a:pt x="0" y="30742"/>
                    <a:pt x="4408" y="20100"/>
                    <a:pt x="12254" y="12254"/>
                  </a:cubicBezTo>
                  <a:cubicBezTo>
                    <a:pt x="20100" y="4408"/>
                    <a:pt x="30742" y="0"/>
                    <a:pt x="418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0327" cy="12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7100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00785" y="5631199"/>
            <a:ext cx="5567218" cy="204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Objectives:</a:t>
            </a:r>
          </a:p>
          <a:p>
            <a:pPr algn="l" marL="495299" indent="-247650" lvl="1">
              <a:lnSpc>
                <a:spcPts val="3211"/>
              </a:lnSpc>
              <a:buFont typeface="Arial"/>
              <a:buChar char="•"/>
            </a:pPr>
            <a:r>
              <a:rPr lang="en-US" sz="22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Modular backend architecture</a:t>
            </a:r>
          </a:p>
          <a:p>
            <a:pPr algn="l" marL="495299" indent="-247650" lvl="1">
              <a:lnSpc>
                <a:spcPts val="3211"/>
              </a:lnSpc>
              <a:buFont typeface="Arial"/>
              <a:buChar char="•"/>
            </a:pPr>
            <a:r>
              <a:rPr lang="en-US" sz="22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Responsive frontend</a:t>
            </a:r>
          </a:p>
          <a:p>
            <a:pPr algn="l" marL="495299" indent="-247650" lvl="1">
              <a:lnSpc>
                <a:spcPts val="3211"/>
              </a:lnSpc>
              <a:buFont typeface="Arial"/>
              <a:buChar char="•"/>
            </a:pPr>
            <a:r>
              <a:rPr lang="en-US" sz="22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DevOps best practices</a:t>
            </a:r>
          </a:p>
          <a:p>
            <a:pPr algn="l" marL="495299" indent="-247650" lvl="1">
              <a:lnSpc>
                <a:spcPts val="3211"/>
              </a:lnSpc>
              <a:spcBef>
                <a:spcPct val="0"/>
              </a:spcBef>
              <a:buFont typeface="Arial"/>
              <a:buChar char="•"/>
            </a:pPr>
            <a:r>
              <a:rPr lang="en-US" sz="22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Code quality and automation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1184083">
            <a:off x="1145071" y="2817888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1184083">
            <a:off x="4621206" y="3563465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5755536" y="6731622"/>
                </a:moveTo>
                <a:lnTo>
                  <a:pt x="0" y="6731622"/>
                </a:lnTo>
                <a:lnTo>
                  <a:pt x="0" y="0"/>
                </a:lnTo>
                <a:lnTo>
                  <a:pt x="5755536" y="0"/>
                </a:lnTo>
                <a:lnTo>
                  <a:pt x="5755536" y="6731622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3718" y="3357724"/>
            <a:ext cx="7019525" cy="5226537"/>
            <a:chOff x="0" y="0"/>
            <a:chExt cx="989441" cy="7367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9441" cy="736709"/>
            </a:xfrm>
            <a:custGeom>
              <a:avLst/>
              <a:gdLst/>
              <a:ahLst/>
              <a:cxnLst/>
              <a:rect r="r" b="b" t="t" l="l"/>
              <a:pathLst>
                <a:path h="736709" w="989441">
                  <a:moveTo>
                    <a:pt x="82718" y="0"/>
                  </a:moveTo>
                  <a:lnTo>
                    <a:pt x="906722" y="0"/>
                  </a:lnTo>
                  <a:cubicBezTo>
                    <a:pt x="952406" y="0"/>
                    <a:pt x="989441" y="37034"/>
                    <a:pt x="989441" y="82718"/>
                  </a:cubicBezTo>
                  <a:lnTo>
                    <a:pt x="989441" y="653991"/>
                  </a:lnTo>
                  <a:cubicBezTo>
                    <a:pt x="989441" y="675929"/>
                    <a:pt x="980726" y="696969"/>
                    <a:pt x="965213" y="712482"/>
                  </a:cubicBezTo>
                  <a:cubicBezTo>
                    <a:pt x="949700" y="727994"/>
                    <a:pt x="928661" y="736709"/>
                    <a:pt x="906722" y="736709"/>
                  </a:cubicBezTo>
                  <a:lnTo>
                    <a:pt x="82718" y="736709"/>
                  </a:lnTo>
                  <a:cubicBezTo>
                    <a:pt x="37034" y="736709"/>
                    <a:pt x="0" y="699675"/>
                    <a:pt x="0" y="653991"/>
                  </a:cubicBezTo>
                  <a:lnTo>
                    <a:pt x="0" y="82718"/>
                  </a:lnTo>
                  <a:cubicBezTo>
                    <a:pt x="0" y="60780"/>
                    <a:pt x="8715" y="39740"/>
                    <a:pt x="24228" y="24228"/>
                  </a:cubicBezTo>
                  <a:cubicBezTo>
                    <a:pt x="39740" y="8715"/>
                    <a:pt x="60780" y="0"/>
                    <a:pt x="8271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89441" cy="774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87196" y="886061"/>
            <a:ext cx="1704988" cy="593627"/>
            <a:chOff x="0" y="0"/>
            <a:chExt cx="240327" cy="836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327" cy="83675"/>
            </a:xfrm>
            <a:custGeom>
              <a:avLst/>
              <a:gdLst/>
              <a:ahLst/>
              <a:cxnLst/>
              <a:rect r="r" b="b" t="t" l="l"/>
              <a:pathLst>
                <a:path h="83675" w="240327">
                  <a:moveTo>
                    <a:pt x="41838" y="0"/>
                  </a:moveTo>
                  <a:lnTo>
                    <a:pt x="198490" y="0"/>
                  </a:lnTo>
                  <a:cubicBezTo>
                    <a:pt x="209586" y="0"/>
                    <a:pt x="220227" y="4408"/>
                    <a:pt x="228074" y="12254"/>
                  </a:cubicBezTo>
                  <a:cubicBezTo>
                    <a:pt x="235920" y="20100"/>
                    <a:pt x="240327" y="30742"/>
                    <a:pt x="240327" y="41838"/>
                  </a:cubicBezTo>
                  <a:lnTo>
                    <a:pt x="240327" y="41838"/>
                  </a:lnTo>
                  <a:cubicBezTo>
                    <a:pt x="240327" y="64944"/>
                    <a:pt x="221596" y="83675"/>
                    <a:pt x="198490" y="83675"/>
                  </a:cubicBezTo>
                  <a:lnTo>
                    <a:pt x="41838" y="83675"/>
                  </a:lnTo>
                  <a:cubicBezTo>
                    <a:pt x="30742" y="83675"/>
                    <a:pt x="20100" y="79267"/>
                    <a:pt x="12254" y="71421"/>
                  </a:cubicBezTo>
                  <a:cubicBezTo>
                    <a:pt x="4408" y="63575"/>
                    <a:pt x="0" y="52934"/>
                    <a:pt x="0" y="41838"/>
                  </a:cubicBezTo>
                  <a:lnTo>
                    <a:pt x="0" y="41838"/>
                  </a:lnTo>
                  <a:cubicBezTo>
                    <a:pt x="0" y="30742"/>
                    <a:pt x="4408" y="20100"/>
                    <a:pt x="12254" y="12254"/>
                  </a:cubicBezTo>
                  <a:cubicBezTo>
                    <a:pt x="20100" y="4408"/>
                    <a:pt x="30742" y="0"/>
                    <a:pt x="418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0327" cy="12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51394" y="3357724"/>
            <a:ext cx="7019525" cy="5226537"/>
            <a:chOff x="0" y="0"/>
            <a:chExt cx="989441" cy="7367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9441" cy="736709"/>
            </a:xfrm>
            <a:custGeom>
              <a:avLst/>
              <a:gdLst/>
              <a:ahLst/>
              <a:cxnLst/>
              <a:rect r="r" b="b" t="t" l="l"/>
              <a:pathLst>
                <a:path h="736709" w="989441">
                  <a:moveTo>
                    <a:pt x="82718" y="0"/>
                  </a:moveTo>
                  <a:lnTo>
                    <a:pt x="906722" y="0"/>
                  </a:lnTo>
                  <a:cubicBezTo>
                    <a:pt x="952406" y="0"/>
                    <a:pt x="989441" y="37034"/>
                    <a:pt x="989441" y="82718"/>
                  </a:cubicBezTo>
                  <a:lnTo>
                    <a:pt x="989441" y="653991"/>
                  </a:lnTo>
                  <a:cubicBezTo>
                    <a:pt x="989441" y="675929"/>
                    <a:pt x="980726" y="696969"/>
                    <a:pt x="965213" y="712482"/>
                  </a:cubicBezTo>
                  <a:cubicBezTo>
                    <a:pt x="949700" y="727994"/>
                    <a:pt x="928661" y="736709"/>
                    <a:pt x="906722" y="736709"/>
                  </a:cubicBezTo>
                  <a:lnTo>
                    <a:pt x="82718" y="736709"/>
                  </a:lnTo>
                  <a:cubicBezTo>
                    <a:pt x="37034" y="736709"/>
                    <a:pt x="0" y="699675"/>
                    <a:pt x="0" y="653991"/>
                  </a:cubicBezTo>
                  <a:lnTo>
                    <a:pt x="0" y="82718"/>
                  </a:lnTo>
                  <a:cubicBezTo>
                    <a:pt x="0" y="60780"/>
                    <a:pt x="8715" y="39740"/>
                    <a:pt x="24228" y="24228"/>
                  </a:cubicBezTo>
                  <a:cubicBezTo>
                    <a:pt x="39740" y="8715"/>
                    <a:pt x="60780" y="0"/>
                    <a:pt x="8271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89441" cy="774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64697" y="3678221"/>
            <a:ext cx="6392918" cy="4631392"/>
            <a:chOff x="0" y="0"/>
            <a:chExt cx="1021664" cy="7401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1664" cy="740152"/>
            </a:xfrm>
            <a:custGeom>
              <a:avLst/>
              <a:gdLst/>
              <a:ahLst/>
              <a:cxnLst/>
              <a:rect r="r" b="b" t="t" l="l"/>
              <a:pathLst>
                <a:path h="740152" w="1021664">
                  <a:moveTo>
                    <a:pt x="27853" y="0"/>
                  </a:moveTo>
                  <a:lnTo>
                    <a:pt x="993811" y="0"/>
                  </a:lnTo>
                  <a:cubicBezTo>
                    <a:pt x="1009194" y="0"/>
                    <a:pt x="1021664" y="12470"/>
                    <a:pt x="1021664" y="27853"/>
                  </a:cubicBezTo>
                  <a:lnTo>
                    <a:pt x="1021664" y="712298"/>
                  </a:lnTo>
                  <a:cubicBezTo>
                    <a:pt x="1021664" y="719685"/>
                    <a:pt x="1018730" y="726770"/>
                    <a:pt x="1013506" y="731993"/>
                  </a:cubicBezTo>
                  <a:cubicBezTo>
                    <a:pt x="1008283" y="737217"/>
                    <a:pt x="1001198" y="740152"/>
                    <a:pt x="993811" y="740152"/>
                  </a:cubicBezTo>
                  <a:lnTo>
                    <a:pt x="27853" y="740152"/>
                  </a:lnTo>
                  <a:cubicBezTo>
                    <a:pt x="20466" y="740152"/>
                    <a:pt x="13382" y="737217"/>
                    <a:pt x="8158" y="731993"/>
                  </a:cubicBezTo>
                  <a:cubicBezTo>
                    <a:pt x="2935" y="726770"/>
                    <a:pt x="0" y="719685"/>
                    <a:pt x="0" y="712298"/>
                  </a:cubicBezTo>
                  <a:lnTo>
                    <a:pt x="0" y="27853"/>
                  </a:lnTo>
                  <a:cubicBezTo>
                    <a:pt x="0" y="20466"/>
                    <a:pt x="2935" y="13382"/>
                    <a:pt x="8158" y="8158"/>
                  </a:cubicBezTo>
                  <a:cubicBezTo>
                    <a:pt x="13382" y="2935"/>
                    <a:pt x="20466" y="0"/>
                    <a:pt x="27853" y="0"/>
                  </a:cubicBezTo>
                  <a:close/>
                </a:path>
              </a:pathLst>
            </a:custGeom>
            <a:blipFill>
              <a:blip r:embed="rId3"/>
              <a:stretch>
                <a:fillRect l="-4355" t="0" r="-4355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46075" y="3979476"/>
            <a:ext cx="6234811" cy="418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3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Architecture Flow: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React frontend communicates with Spring Boot backend via REST APIs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used for version control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Pull Request–based CI pipeline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SonarQube for code quality checks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 dockerized locally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deployed on Vercel</a:t>
            </a:r>
          </a:p>
          <a:p>
            <a:pPr algn="just">
              <a:lnSpc>
                <a:spcPts val="373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117000" y="8899525"/>
            <a:ext cx="415515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887243" y="2012620"/>
            <a:ext cx="9671487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7100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1691341" y="-1403373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09762" y="3366670"/>
            <a:ext cx="7019525" cy="5226537"/>
            <a:chOff x="0" y="0"/>
            <a:chExt cx="989441" cy="7367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9441" cy="736709"/>
            </a:xfrm>
            <a:custGeom>
              <a:avLst/>
              <a:gdLst/>
              <a:ahLst/>
              <a:cxnLst/>
              <a:rect r="r" b="b" t="t" l="l"/>
              <a:pathLst>
                <a:path h="736709" w="989441">
                  <a:moveTo>
                    <a:pt x="82718" y="0"/>
                  </a:moveTo>
                  <a:lnTo>
                    <a:pt x="906722" y="0"/>
                  </a:lnTo>
                  <a:cubicBezTo>
                    <a:pt x="952406" y="0"/>
                    <a:pt x="989441" y="37034"/>
                    <a:pt x="989441" y="82718"/>
                  </a:cubicBezTo>
                  <a:lnTo>
                    <a:pt x="989441" y="653991"/>
                  </a:lnTo>
                  <a:cubicBezTo>
                    <a:pt x="989441" y="675929"/>
                    <a:pt x="980726" y="696969"/>
                    <a:pt x="965213" y="712482"/>
                  </a:cubicBezTo>
                  <a:cubicBezTo>
                    <a:pt x="949700" y="727994"/>
                    <a:pt x="928661" y="736709"/>
                    <a:pt x="906722" y="736709"/>
                  </a:cubicBezTo>
                  <a:lnTo>
                    <a:pt x="82718" y="736709"/>
                  </a:lnTo>
                  <a:cubicBezTo>
                    <a:pt x="37034" y="736709"/>
                    <a:pt x="0" y="699675"/>
                    <a:pt x="0" y="653991"/>
                  </a:cubicBezTo>
                  <a:lnTo>
                    <a:pt x="0" y="82718"/>
                  </a:lnTo>
                  <a:cubicBezTo>
                    <a:pt x="0" y="60780"/>
                    <a:pt x="8715" y="39740"/>
                    <a:pt x="24228" y="24228"/>
                  </a:cubicBezTo>
                  <a:cubicBezTo>
                    <a:pt x="39740" y="8715"/>
                    <a:pt x="60780" y="0"/>
                    <a:pt x="8271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89441" cy="774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29287" y="886078"/>
            <a:ext cx="1704988" cy="593627"/>
            <a:chOff x="0" y="0"/>
            <a:chExt cx="240327" cy="836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327" cy="83675"/>
            </a:xfrm>
            <a:custGeom>
              <a:avLst/>
              <a:gdLst/>
              <a:ahLst/>
              <a:cxnLst/>
              <a:rect r="r" b="b" t="t" l="l"/>
              <a:pathLst>
                <a:path h="83675" w="240327">
                  <a:moveTo>
                    <a:pt x="41838" y="0"/>
                  </a:moveTo>
                  <a:lnTo>
                    <a:pt x="198490" y="0"/>
                  </a:lnTo>
                  <a:cubicBezTo>
                    <a:pt x="209586" y="0"/>
                    <a:pt x="220227" y="4408"/>
                    <a:pt x="228074" y="12254"/>
                  </a:cubicBezTo>
                  <a:cubicBezTo>
                    <a:pt x="235920" y="20100"/>
                    <a:pt x="240327" y="30742"/>
                    <a:pt x="240327" y="41838"/>
                  </a:cubicBezTo>
                  <a:lnTo>
                    <a:pt x="240327" y="41838"/>
                  </a:lnTo>
                  <a:cubicBezTo>
                    <a:pt x="240327" y="64944"/>
                    <a:pt x="221596" y="83675"/>
                    <a:pt x="198490" y="83675"/>
                  </a:cubicBezTo>
                  <a:lnTo>
                    <a:pt x="41838" y="83675"/>
                  </a:lnTo>
                  <a:cubicBezTo>
                    <a:pt x="30742" y="83675"/>
                    <a:pt x="20100" y="79267"/>
                    <a:pt x="12254" y="71421"/>
                  </a:cubicBezTo>
                  <a:cubicBezTo>
                    <a:pt x="4408" y="63575"/>
                    <a:pt x="0" y="52934"/>
                    <a:pt x="0" y="41838"/>
                  </a:cubicBezTo>
                  <a:lnTo>
                    <a:pt x="0" y="41838"/>
                  </a:lnTo>
                  <a:cubicBezTo>
                    <a:pt x="0" y="30742"/>
                    <a:pt x="4408" y="20100"/>
                    <a:pt x="12254" y="12254"/>
                  </a:cubicBezTo>
                  <a:cubicBezTo>
                    <a:pt x="20100" y="4408"/>
                    <a:pt x="30742" y="0"/>
                    <a:pt x="418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0327" cy="12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1184083">
            <a:off x="11316072" y="2079667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5755536" y="6731621"/>
                </a:moveTo>
                <a:lnTo>
                  <a:pt x="0" y="6731621"/>
                </a:lnTo>
                <a:lnTo>
                  <a:pt x="0" y="0"/>
                </a:lnTo>
                <a:lnTo>
                  <a:pt x="5755536" y="0"/>
                </a:lnTo>
                <a:lnTo>
                  <a:pt x="5755536" y="6731621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445070" y="886078"/>
            <a:ext cx="4000647" cy="3557405"/>
            <a:chOff x="0" y="0"/>
            <a:chExt cx="563913" cy="5014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3913" cy="501436"/>
            </a:xfrm>
            <a:custGeom>
              <a:avLst/>
              <a:gdLst/>
              <a:ahLst/>
              <a:cxnLst/>
              <a:rect r="r" b="b" t="t" l="l"/>
              <a:pathLst>
                <a:path h="501436" w="563913">
                  <a:moveTo>
                    <a:pt x="145138" y="0"/>
                  </a:moveTo>
                  <a:lnTo>
                    <a:pt x="418776" y="0"/>
                  </a:lnTo>
                  <a:cubicBezTo>
                    <a:pt x="457269" y="0"/>
                    <a:pt x="494185" y="15291"/>
                    <a:pt x="521403" y="42510"/>
                  </a:cubicBezTo>
                  <a:cubicBezTo>
                    <a:pt x="548622" y="69728"/>
                    <a:pt x="563913" y="106645"/>
                    <a:pt x="563913" y="145138"/>
                  </a:cubicBezTo>
                  <a:lnTo>
                    <a:pt x="563913" y="356298"/>
                  </a:lnTo>
                  <a:cubicBezTo>
                    <a:pt x="563913" y="394791"/>
                    <a:pt x="548622" y="431707"/>
                    <a:pt x="521403" y="458926"/>
                  </a:cubicBezTo>
                  <a:cubicBezTo>
                    <a:pt x="494185" y="486145"/>
                    <a:pt x="457269" y="501436"/>
                    <a:pt x="418776" y="501436"/>
                  </a:cubicBezTo>
                  <a:lnTo>
                    <a:pt x="145138" y="501436"/>
                  </a:lnTo>
                  <a:cubicBezTo>
                    <a:pt x="106645" y="501436"/>
                    <a:pt x="69728" y="486145"/>
                    <a:pt x="42510" y="458926"/>
                  </a:cubicBezTo>
                  <a:cubicBezTo>
                    <a:pt x="15291" y="431707"/>
                    <a:pt x="0" y="394791"/>
                    <a:pt x="0" y="356298"/>
                  </a:cubicBezTo>
                  <a:lnTo>
                    <a:pt x="0" y="145138"/>
                  </a:lnTo>
                  <a:cubicBezTo>
                    <a:pt x="0" y="106645"/>
                    <a:pt x="15291" y="69728"/>
                    <a:pt x="42510" y="42510"/>
                  </a:cubicBezTo>
                  <a:cubicBezTo>
                    <a:pt x="69728" y="15291"/>
                    <a:pt x="106645" y="0"/>
                    <a:pt x="1451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63913" cy="539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4805433"/>
            <a:ext cx="8602140" cy="3787775"/>
            <a:chOff x="0" y="0"/>
            <a:chExt cx="1212519" cy="5339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2519" cy="533908"/>
            </a:xfrm>
            <a:custGeom>
              <a:avLst/>
              <a:gdLst/>
              <a:ahLst/>
              <a:cxnLst/>
              <a:rect r="r" b="b" t="t" l="l"/>
              <a:pathLst>
                <a:path h="533908" w="1212519">
                  <a:moveTo>
                    <a:pt x="67500" y="0"/>
                  </a:moveTo>
                  <a:lnTo>
                    <a:pt x="1145019" y="0"/>
                  </a:lnTo>
                  <a:cubicBezTo>
                    <a:pt x="1162921" y="0"/>
                    <a:pt x="1180090" y="7112"/>
                    <a:pt x="1192749" y="19770"/>
                  </a:cubicBezTo>
                  <a:cubicBezTo>
                    <a:pt x="1205408" y="32429"/>
                    <a:pt x="1212519" y="49598"/>
                    <a:pt x="1212519" y="67500"/>
                  </a:cubicBezTo>
                  <a:lnTo>
                    <a:pt x="1212519" y="466408"/>
                  </a:lnTo>
                  <a:cubicBezTo>
                    <a:pt x="1212519" y="503687"/>
                    <a:pt x="1182298" y="533908"/>
                    <a:pt x="1145019" y="533908"/>
                  </a:cubicBezTo>
                  <a:lnTo>
                    <a:pt x="67500" y="533908"/>
                  </a:lnTo>
                  <a:cubicBezTo>
                    <a:pt x="49598" y="533908"/>
                    <a:pt x="32429" y="526796"/>
                    <a:pt x="19770" y="514138"/>
                  </a:cubicBezTo>
                  <a:cubicBezTo>
                    <a:pt x="7112" y="501479"/>
                    <a:pt x="0" y="484310"/>
                    <a:pt x="0" y="466408"/>
                  </a:cubicBezTo>
                  <a:lnTo>
                    <a:pt x="0" y="67500"/>
                  </a:lnTo>
                  <a:cubicBezTo>
                    <a:pt x="0" y="30221"/>
                    <a:pt x="30221" y="0"/>
                    <a:pt x="6750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12519" cy="572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44424" y="5087251"/>
            <a:ext cx="8001293" cy="3224139"/>
            <a:chOff x="0" y="0"/>
            <a:chExt cx="1239610" cy="4995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9610" cy="499504"/>
            </a:xfrm>
            <a:custGeom>
              <a:avLst/>
              <a:gdLst/>
              <a:ahLst/>
              <a:cxnLst/>
              <a:rect r="r" b="b" t="t" l="l"/>
              <a:pathLst>
                <a:path h="499504" w="1239610">
                  <a:moveTo>
                    <a:pt x="22254" y="0"/>
                  </a:moveTo>
                  <a:lnTo>
                    <a:pt x="1217355" y="0"/>
                  </a:lnTo>
                  <a:cubicBezTo>
                    <a:pt x="1223258" y="0"/>
                    <a:pt x="1228918" y="2345"/>
                    <a:pt x="1233091" y="6518"/>
                  </a:cubicBezTo>
                  <a:cubicBezTo>
                    <a:pt x="1237265" y="10692"/>
                    <a:pt x="1239610" y="16352"/>
                    <a:pt x="1239610" y="22254"/>
                  </a:cubicBezTo>
                  <a:lnTo>
                    <a:pt x="1239610" y="477249"/>
                  </a:lnTo>
                  <a:cubicBezTo>
                    <a:pt x="1239610" y="483151"/>
                    <a:pt x="1237265" y="488812"/>
                    <a:pt x="1233091" y="492985"/>
                  </a:cubicBezTo>
                  <a:cubicBezTo>
                    <a:pt x="1228918" y="497159"/>
                    <a:pt x="1223258" y="499504"/>
                    <a:pt x="1217355" y="499504"/>
                  </a:cubicBezTo>
                  <a:lnTo>
                    <a:pt x="22254" y="499504"/>
                  </a:lnTo>
                  <a:cubicBezTo>
                    <a:pt x="16352" y="499504"/>
                    <a:pt x="10692" y="497159"/>
                    <a:pt x="6518" y="492985"/>
                  </a:cubicBezTo>
                  <a:cubicBezTo>
                    <a:pt x="2345" y="488812"/>
                    <a:pt x="0" y="483151"/>
                    <a:pt x="0" y="477249"/>
                  </a:cubicBezTo>
                  <a:lnTo>
                    <a:pt x="0" y="22254"/>
                  </a:lnTo>
                  <a:cubicBezTo>
                    <a:pt x="0" y="16352"/>
                    <a:pt x="2345" y="10692"/>
                    <a:pt x="6518" y="6518"/>
                  </a:cubicBezTo>
                  <a:cubicBezTo>
                    <a:pt x="10692" y="2345"/>
                    <a:pt x="16352" y="0"/>
                    <a:pt x="2225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84" r="0" b="-118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695490" y="1028700"/>
            <a:ext cx="3499807" cy="3224139"/>
            <a:chOff x="0" y="0"/>
            <a:chExt cx="658950" cy="607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950" cy="607047"/>
            </a:xfrm>
            <a:custGeom>
              <a:avLst/>
              <a:gdLst/>
              <a:ahLst/>
              <a:cxnLst/>
              <a:rect r="r" b="b" t="t" l="l"/>
              <a:pathLst>
                <a:path h="607047" w="658950">
                  <a:moveTo>
                    <a:pt x="50878" y="0"/>
                  </a:moveTo>
                  <a:lnTo>
                    <a:pt x="608072" y="0"/>
                  </a:lnTo>
                  <a:cubicBezTo>
                    <a:pt x="621566" y="0"/>
                    <a:pt x="634507" y="5360"/>
                    <a:pt x="644048" y="14902"/>
                  </a:cubicBezTo>
                  <a:cubicBezTo>
                    <a:pt x="653590" y="24443"/>
                    <a:pt x="658950" y="37385"/>
                    <a:pt x="658950" y="50878"/>
                  </a:cubicBezTo>
                  <a:lnTo>
                    <a:pt x="658950" y="556169"/>
                  </a:lnTo>
                  <a:cubicBezTo>
                    <a:pt x="658950" y="584268"/>
                    <a:pt x="636171" y="607047"/>
                    <a:pt x="608072" y="607047"/>
                  </a:cubicBezTo>
                  <a:lnTo>
                    <a:pt x="50878" y="607047"/>
                  </a:lnTo>
                  <a:cubicBezTo>
                    <a:pt x="22779" y="607047"/>
                    <a:pt x="0" y="584268"/>
                    <a:pt x="0" y="556169"/>
                  </a:cubicBezTo>
                  <a:lnTo>
                    <a:pt x="0" y="50878"/>
                  </a:lnTo>
                  <a:cubicBezTo>
                    <a:pt x="0" y="22779"/>
                    <a:pt x="22779" y="0"/>
                    <a:pt x="5087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65" r="0" b="-76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17000" y="8899525"/>
            <a:ext cx="415515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1937730"/>
            <a:ext cx="10694247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Development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96497" y="3822635"/>
            <a:ext cx="6949006" cy="443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initialized using Spring Initializr</a:t>
            </a:r>
          </a:p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Maven-based Spring Boot application</a:t>
            </a:r>
          </a:p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Layered architecture:</a:t>
            </a:r>
          </a:p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Controller</a:t>
            </a:r>
          </a:p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Repository</a:t>
            </a:r>
          </a:p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Entity</a:t>
            </a:r>
          </a:p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 APIs using JSON</a:t>
            </a:r>
          </a:p>
          <a:p>
            <a:pPr algn="just">
              <a:lnSpc>
                <a:spcPts val="390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100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86582" y="2079796"/>
            <a:ext cx="8790398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Execution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739321" y="4638385"/>
            <a:ext cx="8516420" cy="2555045"/>
            <a:chOff x="0" y="0"/>
            <a:chExt cx="1200436" cy="3601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0436" cy="360148"/>
            </a:xfrm>
            <a:custGeom>
              <a:avLst/>
              <a:gdLst/>
              <a:ahLst/>
              <a:cxnLst/>
              <a:rect r="r" b="b" t="t" l="l"/>
              <a:pathLst>
                <a:path h="360148" w="1200436">
                  <a:moveTo>
                    <a:pt x="68179" y="0"/>
                  </a:moveTo>
                  <a:lnTo>
                    <a:pt x="1132257" y="0"/>
                  </a:lnTo>
                  <a:cubicBezTo>
                    <a:pt x="1169911" y="0"/>
                    <a:pt x="1200436" y="30525"/>
                    <a:pt x="1200436" y="68179"/>
                  </a:cubicBezTo>
                  <a:lnTo>
                    <a:pt x="1200436" y="291968"/>
                  </a:lnTo>
                  <a:cubicBezTo>
                    <a:pt x="1200436" y="329623"/>
                    <a:pt x="1169911" y="360148"/>
                    <a:pt x="1132257" y="360148"/>
                  </a:cubicBezTo>
                  <a:lnTo>
                    <a:pt x="68179" y="360148"/>
                  </a:lnTo>
                  <a:cubicBezTo>
                    <a:pt x="30525" y="360148"/>
                    <a:pt x="0" y="329623"/>
                    <a:pt x="0" y="291968"/>
                  </a:cubicBezTo>
                  <a:lnTo>
                    <a:pt x="0" y="68179"/>
                  </a:lnTo>
                  <a:cubicBezTo>
                    <a:pt x="0" y="30525"/>
                    <a:pt x="30525" y="0"/>
                    <a:pt x="6817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00436" cy="398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184083">
            <a:off x="11564967" y="-3218375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6" y="0"/>
                </a:lnTo>
                <a:lnTo>
                  <a:pt x="5755536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29287" y="886078"/>
            <a:ext cx="1704988" cy="593627"/>
            <a:chOff x="0" y="0"/>
            <a:chExt cx="240327" cy="836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327" cy="83675"/>
            </a:xfrm>
            <a:custGeom>
              <a:avLst/>
              <a:gdLst/>
              <a:ahLst/>
              <a:cxnLst/>
              <a:rect r="r" b="b" t="t" l="l"/>
              <a:pathLst>
                <a:path h="83675" w="240327">
                  <a:moveTo>
                    <a:pt x="41838" y="0"/>
                  </a:moveTo>
                  <a:lnTo>
                    <a:pt x="198490" y="0"/>
                  </a:lnTo>
                  <a:cubicBezTo>
                    <a:pt x="209586" y="0"/>
                    <a:pt x="220227" y="4408"/>
                    <a:pt x="228074" y="12254"/>
                  </a:cubicBezTo>
                  <a:cubicBezTo>
                    <a:pt x="235920" y="20100"/>
                    <a:pt x="240327" y="30742"/>
                    <a:pt x="240327" y="41838"/>
                  </a:cubicBezTo>
                  <a:lnTo>
                    <a:pt x="240327" y="41838"/>
                  </a:lnTo>
                  <a:cubicBezTo>
                    <a:pt x="240327" y="64944"/>
                    <a:pt x="221596" y="83675"/>
                    <a:pt x="198490" y="83675"/>
                  </a:cubicBezTo>
                  <a:lnTo>
                    <a:pt x="41838" y="83675"/>
                  </a:lnTo>
                  <a:cubicBezTo>
                    <a:pt x="30742" y="83675"/>
                    <a:pt x="20100" y="79267"/>
                    <a:pt x="12254" y="71421"/>
                  </a:cubicBezTo>
                  <a:cubicBezTo>
                    <a:pt x="4408" y="63575"/>
                    <a:pt x="0" y="52934"/>
                    <a:pt x="0" y="41838"/>
                  </a:cubicBezTo>
                  <a:lnTo>
                    <a:pt x="0" y="41838"/>
                  </a:lnTo>
                  <a:cubicBezTo>
                    <a:pt x="0" y="30742"/>
                    <a:pt x="4408" y="20100"/>
                    <a:pt x="12254" y="12254"/>
                  </a:cubicBezTo>
                  <a:cubicBezTo>
                    <a:pt x="20100" y="4408"/>
                    <a:pt x="30742" y="0"/>
                    <a:pt x="418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0327" cy="12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09565" y="3546789"/>
            <a:ext cx="3145041" cy="4873606"/>
            <a:chOff x="0" y="0"/>
            <a:chExt cx="524517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4517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17">
                  <a:moveTo>
                    <a:pt x="56617" y="0"/>
                  </a:moveTo>
                  <a:lnTo>
                    <a:pt x="467900" y="0"/>
                  </a:lnTo>
                  <a:cubicBezTo>
                    <a:pt x="482916" y="0"/>
                    <a:pt x="497316" y="5965"/>
                    <a:pt x="507934" y="16583"/>
                  </a:cubicBezTo>
                  <a:cubicBezTo>
                    <a:pt x="518552" y="27201"/>
                    <a:pt x="524517" y="41602"/>
                    <a:pt x="524517" y="56617"/>
                  </a:cubicBezTo>
                  <a:lnTo>
                    <a:pt x="524517" y="756183"/>
                  </a:lnTo>
                  <a:cubicBezTo>
                    <a:pt x="524517" y="787451"/>
                    <a:pt x="499169" y="812800"/>
                    <a:pt x="467900" y="812800"/>
                  </a:cubicBezTo>
                  <a:lnTo>
                    <a:pt x="56617" y="812800"/>
                  </a:lnTo>
                  <a:cubicBezTo>
                    <a:pt x="25348" y="812800"/>
                    <a:pt x="0" y="787451"/>
                    <a:pt x="0" y="756183"/>
                  </a:cubicBezTo>
                  <a:lnTo>
                    <a:pt x="0" y="56617"/>
                  </a:lnTo>
                  <a:cubicBezTo>
                    <a:pt x="0" y="25348"/>
                    <a:pt x="25348" y="0"/>
                    <a:pt x="56617" y="0"/>
                  </a:cubicBezTo>
                  <a:close/>
                </a:path>
              </a:pathLst>
            </a:custGeom>
            <a:blipFill>
              <a:blip r:embed="rId3"/>
              <a:stretch>
                <a:fillRect l="-1804" t="0" r="-180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244029" y="4875680"/>
            <a:ext cx="8205411" cy="231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Application executed using: mvn spring-boot:run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Backend accessible at: http://localhost:8080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APIs tested using browser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For Example : /api/rooms</a:t>
            </a:r>
          </a:p>
          <a:p>
            <a:pPr algn="just">
              <a:lnSpc>
                <a:spcPts val="37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7100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7000" y="8899525"/>
            <a:ext cx="415515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true" flipV="true" rot="-2598890">
            <a:off x="-2206083" y="5708791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5755537" y="6731621"/>
                </a:moveTo>
                <a:lnTo>
                  <a:pt x="0" y="6731621"/>
                </a:lnTo>
                <a:lnTo>
                  <a:pt x="0" y="0"/>
                </a:lnTo>
                <a:lnTo>
                  <a:pt x="5755537" y="0"/>
                </a:lnTo>
                <a:lnTo>
                  <a:pt x="5755537" y="6731621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429128" y="3098336"/>
            <a:ext cx="3860112" cy="5649241"/>
            <a:chOff x="0" y="0"/>
            <a:chExt cx="544104" cy="7962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4104" cy="796292"/>
            </a:xfrm>
            <a:custGeom>
              <a:avLst/>
              <a:gdLst/>
              <a:ahLst/>
              <a:cxnLst/>
              <a:rect r="r" b="b" t="t" l="l"/>
              <a:pathLst>
                <a:path h="796292" w="544104">
                  <a:moveTo>
                    <a:pt x="150422" y="0"/>
                  </a:moveTo>
                  <a:lnTo>
                    <a:pt x="393682" y="0"/>
                  </a:lnTo>
                  <a:cubicBezTo>
                    <a:pt x="433577" y="0"/>
                    <a:pt x="471837" y="15848"/>
                    <a:pt x="500047" y="44057"/>
                  </a:cubicBezTo>
                  <a:cubicBezTo>
                    <a:pt x="528256" y="72267"/>
                    <a:pt x="544104" y="110527"/>
                    <a:pt x="544104" y="150422"/>
                  </a:cubicBezTo>
                  <a:lnTo>
                    <a:pt x="544104" y="645870"/>
                  </a:lnTo>
                  <a:cubicBezTo>
                    <a:pt x="544104" y="728946"/>
                    <a:pt x="476758" y="796292"/>
                    <a:pt x="393682" y="796292"/>
                  </a:cubicBezTo>
                  <a:lnTo>
                    <a:pt x="150422" y="796292"/>
                  </a:lnTo>
                  <a:cubicBezTo>
                    <a:pt x="110527" y="796292"/>
                    <a:pt x="72267" y="780444"/>
                    <a:pt x="44057" y="752234"/>
                  </a:cubicBezTo>
                  <a:cubicBezTo>
                    <a:pt x="15848" y="724025"/>
                    <a:pt x="0" y="685764"/>
                    <a:pt x="0" y="645870"/>
                  </a:cubicBezTo>
                  <a:lnTo>
                    <a:pt x="0" y="150422"/>
                  </a:lnTo>
                  <a:cubicBezTo>
                    <a:pt x="0" y="110527"/>
                    <a:pt x="15848" y="72267"/>
                    <a:pt x="44057" y="44057"/>
                  </a:cubicBezTo>
                  <a:cubicBezTo>
                    <a:pt x="72267" y="15848"/>
                    <a:pt x="110527" y="0"/>
                    <a:pt x="150422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44104" cy="834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7790" y="2960205"/>
            <a:ext cx="16114367" cy="5107263"/>
            <a:chOff x="0" y="0"/>
            <a:chExt cx="3052490" cy="9674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2490" cy="967452"/>
            </a:xfrm>
            <a:custGeom>
              <a:avLst/>
              <a:gdLst/>
              <a:ahLst/>
              <a:cxnLst/>
              <a:rect r="r" b="b" t="t" l="l"/>
              <a:pathLst>
                <a:path h="967452" w="3052490">
                  <a:moveTo>
                    <a:pt x="11050" y="0"/>
                  </a:moveTo>
                  <a:lnTo>
                    <a:pt x="3041440" y="0"/>
                  </a:lnTo>
                  <a:cubicBezTo>
                    <a:pt x="3044371" y="0"/>
                    <a:pt x="3047181" y="1164"/>
                    <a:pt x="3049254" y="3236"/>
                  </a:cubicBezTo>
                  <a:cubicBezTo>
                    <a:pt x="3051326" y="5309"/>
                    <a:pt x="3052490" y="8119"/>
                    <a:pt x="3052490" y="11050"/>
                  </a:cubicBezTo>
                  <a:lnTo>
                    <a:pt x="3052490" y="956402"/>
                  </a:lnTo>
                  <a:cubicBezTo>
                    <a:pt x="3052490" y="959332"/>
                    <a:pt x="3051326" y="962143"/>
                    <a:pt x="3049254" y="964215"/>
                  </a:cubicBezTo>
                  <a:cubicBezTo>
                    <a:pt x="3047181" y="966287"/>
                    <a:pt x="3044371" y="967452"/>
                    <a:pt x="3041440" y="967452"/>
                  </a:cubicBezTo>
                  <a:lnTo>
                    <a:pt x="11050" y="967452"/>
                  </a:lnTo>
                  <a:cubicBezTo>
                    <a:pt x="8119" y="967452"/>
                    <a:pt x="5309" y="966287"/>
                    <a:pt x="3236" y="964215"/>
                  </a:cubicBezTo>
                  <a:cubicBezTo>
                    <a:pt x="1164" y="962143"/>
                    <a:pt x="0" y="959332"/>
                    <a:pt x="0" y="956402"/>
                  </a:cubicBezTo>
                  <a:lnTo>
                    <a:pt x="0" y="11050"/>
                  </a:lnTo>
                  <a:cubicBezTo>
                    <a:pt x="0" y="8119"/>
                    <a:pt x="1164" y="5309"/>
                    <a:pt x="3236" y="3236"/>
                  </a:cubicBezTo>
                  <a:cubicBezTo>
                    <a:pt x="5309" y="1164"/>
                    <a:pt x="8119" y="0"/>
                    <a:pt x="1105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1395" r="0" b="-5608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1184083">
            <a:off x="6921658" y="6179923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6" y="0"/>
                </a:lnTo>
                <a:lnTo>
                  <a:pt x="5755536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171000" y="6446837"/>
            <a:ext cx="7177309" cy="2956091"/>
            <a:chOff x="0" y="0"/>
            <a:chExt cx="3876886" cy="15967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886" cy="1596758"/>
            </a:xfrm>
            <a:custGeom>
              <a:avLst/>
              <a:gdLst/>
              <a:ahLst/>
              <a:cxnLst/>
              <a:rect r="r" b="b" t="t" l="l"/>
              <a:pathLst>
                <a:path h="1596758" w="3876886">
                  <a:moveTo>
                    <a:pt x="30169" y="0"/>
                  </a:moveTo>
                  <a:lnTo>
                    <a:pt x="3846717" y="0"/>
                  </a:lnTo>
                  <a:cubicBezTo>
                    <a:pt x="3854719" y="0"/>
                    <a:pt x="3862392" y="3179"/>
                    <a:pt x="3868050" y="8836"/>
                  </a:cubicBezTo>
                  <a:cubicBezTo>
                    <a:pt x="3873708" y="14494"/>
                    <a:pt x="3876886" y="22168"/>
                    <a:pt x="3876886" y="30169"/>
                  </a:cubicBezTo>
                  <a:lnTo>
                    <a:pt x="3876886" y="1566589"/>
                  </a:lnTo>
                  <a:cubicBezTo>
                    <a:pt x="3876886" y="1574590"/>
                    <a:pt x="3873708" y="1582264"/>
                    <a:pt x="3868050" y="1587922"/>
                  </a:cubicBezTo>
                  <a:cubicBezTo>
                    <a:pt x="3862392" y="1593580"/>
                    <a:pt x="3854719" y="1596758"/>
                    <a:pt x="3846717" y="1596758"/>
                  </a:cubicBezTo>
                  <a:lnTo>
                    <a:pt x="30169" y="1596758"/>
                  </a:lnTo>
                  <a:cubicBezTo>
                    <a:pt x="13507" y="1596758"/>
                    <a:pt x="0" y="1583251"/>
                    <a:pt x="0" y="1566589"/>
                  </a:cubicBezTo>
                  <a:lnTo>
                    <a:pt x="0" y="30169"/>
                  </a:lnTo>
                  <a:cubicBezTo>
                    <a:pt x="0" y="22168"/>
                    <a:pt x="3179" y="14494"/>
                    <a:pt x="8836" y="8836"/>
                  </a:cubicBezTo>
                  <a:cubicBezTo>
                    <a:pt x="14494" y="3179"/>
                    <a:pt x="22168" y="0"/>
                    <a:pt x="30169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76886" cy="163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01667" y="886078"/>
            <a:ext cx="1704988" cy="593627"/>
            <a:chOff x="0" y="0"/>
            <a:chExt cx="240327" cy="836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327" cy="83675"/>
            </a:xfrm>
            <a:custGeom>
              <a:avLst/>
              <a:gdLst/>
              <a:ahLst/>
              <a:cxnLst/>
              <a:rect r="r" b="b" t="t" l="l"/>
              <a:pathLst>
                <a:path h="83675" w="240327">
                  <a:moveTo>
                    <a:pt x="41838" y="0"/>
                  </a:moveTo>
                  <a:lnTo>
                    <a:pt x="198490" y="0"/>
                  </a:lnTo>
                  <a:cubicBezTo>
                    <a:pt x="209586" y="0"/>
                    <a:pt x="220227" y="4408"/>
                    <a:pt x="228074" y="12254"/>
                  </a:cubicBezTo>
                  <a:cubicBezTo>
                    <a:pt x="235920" y="20100"/>
                    <a:pt x="240327" y="30742"/>
                    <a:pt x="240327" y="41838"/>
                  </a:cubicBezTo>
                  <a:lnTo>
                    <a:pt x="240327" y="41838"/>
                  </a:lnTo>
                  <a:cubicBezTo>
                    <a:pt x="240327" y="64944"/>
                    <a:pt x="221596" y="83675"/>
                    <a:pt x="198490" y="83675"/>
                  </a:cubicBezTo>
                  <a:lnTo>
                    <a:pt x="41838" y="83675"/>
                  </a:lnTo>
                  <a:cubicBezTo>
                    <a:pt x="30742" y="83675"/>
                    <a:pt x="20100" y="79267"/>
                    <a:pt x="12254" y="71421"/>
                  </a:cubicBezTo>
                  <a:cubicBezTo>
                    <a:pt x="4408" y="63575"/>
                    <a:pt x="0" y="52934"/>
                    <a:pt x="0" y="41838"/>
                  </a:cubicBezTo>
                  <a:lnTo>
                    <a:pt x="0" y="41838"/>
                  </a:lnTo>
                  <a:cubicBezTo>
                    <a:pt x="0" y="30742"/>
                    <a:pt x="4408" y="20100"/>
                    <a:pt x="12254" y="12254"/>
                  </a:cubicBezTo>
                  <a:cubicBezTo>
                    <a:pt x="20100" y="4408"/>
                    <a:pt x="30742" y="0"/>
                    <a:pt x="418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0327" cy="12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777644" y="1810801"/>
            <a:ext cx="10732712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 Development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39690" y="6704095"/>
            <a:ext cx="5639930" cy="231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developed using React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Component-based architecture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 integration using Axios / Fetch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Local execution: npm start 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Runs on: http://localhost:3000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7100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7000" y="8899525"/>
            <a:ext cx="415515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2047" y="3251811"/>
            <a:ext cx="10272739" cy="5778486"/>
            <a:chOff x="0" y="0"/>
            <a:chExt cx="5548909" cy="3121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48909" cy="3121299"/>
            </a:xfrm>
            <a:custGeom>
              <a:avLst/>
              <a:gdLst/>
              <a:ahLst/>
              <a:cxnLst/>
              <a:rect r="r" b="b" t="t" l="l"/>
              <a:pathLst>
                <a:path h="3121299" w="5548909">
                  <a:moveTo>
                    <a:pt x="21078" y="0"/>
                  </a:moveTo>
                  <a:lnTo>
                    <a:pt x="5527831" y="0"/>
                  </a:lnTo>
                  <a:cubicBezTo>
                    <a:pt x="5539472" y="0"/>
                    <a:pt x="5548909" y="9437"/>
                    <a:pt x="5548909" y="21078"/>
                  </a:cubicBezTo>
                  <a:lnTo>
                    <a:pt x="5548909" y="3100221"/>
                  </a:lnTo>
                  <a:cubicBezTo>
                    <a:pt x="5548909" y="3105811"/>
                    <a:pt x="5546689" y="3111173"/>
                    <a:pt x="5542736" y="3115126"/>
                  </a:cubicBezTo>
                  <a:cubicBezTo>
                    <a:pt x="5538782" y="3119079"/>
                    <a:pt x="5533421" y="3121299"/>
                    <a:pt x="5527831" y="3121299"/>
                  </a:cubicBezTo>
                  <a:lnTo>
                    <a:pt x="21078" y="3121299"/>
                  </a:lnTo>
                  <a:cubicBezTo>
                    <a:pt x="9437" y="3121299"/>
                    <a:pt x="0" y="3111862"/>
                    <a:pt x="0" y="3100221"/>
                  </a:cubicBezTo>
                  <a:lnTo>
                    <a:pt x="0" y="21078"/>
                  </a:lnTo>
                  <a:cubicBezTo>
                    <a:pt x="0" y="9437"/>
                    <a:pt x="9437" y="0"/>
                    <a:pt x="2107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548909" cy="3159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75653" y="3638814"/>
            <a:ext cx="9476477" cy="5021281"/>
            <a:chOff x="0" y="0"/>
            <a:chExt cx="766984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6984" cy="406400"/>
            </a:xfrm>
            <a:custGeom>
              <a:avLst/>
              <a:gdLst/>
              <a:ahLst/>
              <a:cxnLst/>
              <a:rect r="r" b="b" t="t" l="l"/>
              <a:pathLst>
                <a:path h="406400" w="766984">
                  <a:moveTo>
                    <a:pt x="18790" y="0"/>
                  </a:moveTo>
                  <a:lnTo>
                    <a:pt x="748193" y="0"/>
                  </a:lnTo>
                  <a:cubicBezTo>
                    <a:pt x="758571" y="0"/>
                    <a:pt x="766984" y="8413"/>
                    <a:pt x="766984" y="18790"/>
                  </a:cubicBezTo>
                  <a:lnTo>
                    <a:pt x="766984" y="387610"/>
                  </a:lnTo>
                  <a:cubicBezTo>
                    <a:pt x="766984" y="392593"/>
                    <a:pt x="765004" y="397373"/>
                    <a:pt x="761480" y="400897"/>
                  </a:cubicBezTo>
                  <a:cubicBezTo>
                    <a:pt x="757956" y="404420"/>
                    <a:pt x="753177" y="406400"/>
                    <a:pt x="748193" y="406400"/>
                  </a:cubicBezTo>
                  <a:lnTo>
                    <a:pt x="18790" y="406400"/>
                  </a:lnTo>
                  <a:cubicBezTo>
                    <a:pt x="8413" y="406400"/>
                    <a:pt x="0" y="397987"/>
                    <a:pt x="0" y="387610"/>
                  </a:cubicBezTo>
                  <a:lnTo>
                    <a:pt x="0" y="18790"/>
                  </a:lnTo>
                  <a:cubicBezTo>
                    <a:pt x="0" y="8413"/>
                    <a:pt x="8413" y="0"/>
                    <a:pt x="187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274" r="0" b="-1027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4564371">
            <a:off x="15451371" y="3490371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6" y="0"/>
                </a:lnTo>
                <a:lnTo>
                  <a:pt x="5755536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529287" y="886078"/>
            <a:ext cx="1704988" cy="593627"/>
            <a:chOff x="0" y="0"/>
            <a:chExt cx="240327" cy="836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327" cy="83675"/>
            </a:xfrm>
            <a:custGeom>
              <a:avLst/>
              <a:gdLst/>
              <a:ahLst/>
              <a:cxnLst/>
              <a:rect r="r" b="b" t="t" l="l"/>
              <a:pathLst>
                <a:path h="83675" w="240327">
                  <a:moveTo>
                    <a:pt x="41838" y="0"/>
                  </a:moveTo>
                  <a:lnTo>
                    <a:pt x="198490" y="0"/>
                  </a:lnTo>
                  <a:cubicBezTo>
                    <a:pt x="209586" y="0"/>
                    <a:pt x="220227" y="4408"/>
                    <a:pt x="228074" y="12254"/>
                  </a:cubicBezTo>
                  <a:cubicBezTo>
                    <a:pt x="235920" y="20100"/>
                    <a:pt x="240327" y="30742"/>
                    <a:pt x="240327" y="41838"/>
                  </a:cubicBezTo>
                  <a:lnTo>
                    <a:pt x="240327" y="41838"/>
                  </a:lnTo>
                  <a:cubicBezTo>
                    <a:pt x="240327" y="64944"/>
                    <a:pt x="221596" y="83675"/>
                    <a:pt x="198490" y="83675"/>
                  </a:cubicBezTo>
                  <a:lnTo>
                    <a:pt x="41838" y="83675"/>
                  </a:lnTo>
                  <a:cubicBezTo>
                    <a:pt x="30742" y="83675"/>
                    <a:pt x="20100" y="79267"/>
                    <a:pt x="12254" y="71421"/>
                  </a:cubicBezTo>
                  <a:cubicBezTo>
                    <a:pt x="4408" y="63575"/>
                    <a:pt x="0" y="52934"/>
                    <a:pt x="0" y="41838"/>
                  </a:cubicBezTo>
                  <a:lnTo>
                    <a:pt x="0" y="41838"/>
                  </a:lnTo>
                  <a:cubicBezTo>
                    <a:pt x="0" y="30742"/>
                    <a:pt x="4408" y="20100"/>
                    <a:pt x="12254" y="12254"/>
                  </a:cubicBezTo>
                  <a:cubicBezTo>
                    <a:pt x="20100" y="4408"/>
                    <a:pt x="30742" y="0"/>
                    <a:pt x="418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0327" cy="12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634281" y="1880847"/>
            <a:ext cx="1349196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Version Control &amp; CI Pipeline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4501" y="4227818"/>
            <a:ext cx="5612478" cy="325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used for source control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repository with branch-based workflow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Pull Requests used for merging changes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 pipeline triggered automatically on PR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7100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874125"/>
            <a:ext cx="4837983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00677" y="3373480"/>
            <a:ext cx="7301562" cy="5211786"/>
            <a:chOff x="0" y="0"/>
            <a:chExt cx="4250411" cy="3033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50411" cy="3033903"/>
            </a:xfrm>
            <a:custGeom>
              <a:avLst/>
              <a:gdLst/>
              <a:ahLst/>
              <a:cxnLst/>
              <a:rect r="r" b="b" t="t" l="l"/>
              <a:pathLst>
                <a:path h="3033903" w="4250411">
                  <a:moveTo>
                    <a:pt x="29656" y="0"/>
                  </a:moveTo>
                  <a:lnTo>
                    <a:pt x="4220755" y="0"/>
                  </a:lnTo>
                  <a:cubicBezTo>
                    <a:pt x="4228621" y="0"/>
                    <a:pt x="4236164" y="3124"/>
                    <a:pt x="4241725" y="8686"/>
                  </a:cubicBezTo>
                  <a:cubicBezTo>
                    <a:pt x="4247286" y="14248"/>
                    <a:pt x="4250411" y="21791"/>
                    <a:pt x="4250411" y="29656"/>
                  </a:cubicBezTo>
                  <a:lnTo>
                    <a:pt x="4250411" y="3004248"/>
                  </a:lnTo>
                  <a:cubicBezTo>
                    <a:pt x="4250411" y="3012113"/>
                    <a:pt x="4247286" y="3019656"/>
                    <a:pt x="4241725" y="3025217"/>
                  </a:cubicBezTo>
                  <a:cubicBezTo>
                    <a:pt x="4236164" y="3030779"/>
                    <a:pt x="4228621" y="3033903"/>
                    <a:pt x="4220755" y="3033903"/>
                  </a:cubicBezTo>
                  <a:lnTo>
                    <a:pt x="29656" y="3033903"/>
                  </a:lnTo>
                  <a:cubicBezTo>
                    <a:pt x="21791" y="3033903"/>
                    <a:pt x="14248" y="3030779"/>
                    <a:pt x="8686" y="3025217"/>
                  </a:cubicBezTo>
                  <a:cubicBezTo>
                    <a:pt x="3124" y="3019656"/>
                    <a:pt x="0" y="3012113"/>
                    <a:pt x="0" y="3004248"/>
                  </a:cubicBezTo>
                  <a:lnTo>
                    <a:pt x="0" y="29656"/>
                  </a:lnTo>
                  <a:cubicBezTo>
                    <a:pt x="0" y="21791"/>
                    <a:pt x="3124" y="14248"/>
                    <a:pt x="8686" y="8686"/>
                  </a:cubicBezTo>
                  <a:cubicBezTo>
                    <a:pt x="14248" y="3124"/>
                    <a:pt x="21791" y="0"/>
                    <a:pt x="29656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50411" cy="3072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38899" y="3676966"/>
            <a:ext cx="6425118" cy="4604813"/>
            <a:chOff x="0" y="0"/>
            <a:chExt cx="1040778" cy="7459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0778" cy="745914"/>
            </a:xfrm>
            <a:custGeom>
              <a:avLst/>
              <a:gdLst/>
              <a:ahLst/>
              <a:cxnLst/>
              <a:rect r="r" b="b" t="t" l="l"/>
              <a:pathLst>
                <a:path h="745914" w="1040778">
                  <a:moveTo>
                    <a:pt x="27714" y="0"/>
                  </a:moveTo>
                  <a:lnTo>
                    <a:pt x="1013064" y="0"/>
                  </a:lnTo>
                  <a:cubicBezTo>
                    <a:pt x="1020414" y="0"/>
                    <a:pt x="1027463" y="2920"/>
                    <a:pt x="1032661" y="8117"/>
                  </a:cubicBezTo>
                  <a:cubicBezTo>
                    <a:pt x="1037858" y="13315"/>
                    <a:pt x="1040778" y="20364"/>
                    <a:pt x="1040778" y="27714"/>
                  </a:cubicBezTo>
                  <a:lnTo>
                    <a:pt x="1040778" y="718200"/>
                  </a:lnTo>
                  <a:cubicBezTo>
                    <a:pt x="1040778" y="733506"/>
                    <a:pt x="1028370" y="745914"/>
                    <a:pt x="1013064" y="745914"/>
                  </a:cubicBezTo>
                  <a:lnTo>
                    <a:pt x="27714" y="745914"/>
                  </a:lnTo>
                  <a:cubicBezTo>
                    <a:pt x="20364" y="745914"/>
                    <a:pt x="13315" y="742994"/>
                    <a:pt x="8117" y="737797"/>
                  </a:cubicBezTo>
                  <a:cubicBezTo>
                    <a:pt x="2920" y="732600"/>
                    <a:pt x="0" y="725550"/>
                    <a:pt x="0" y="718200"/>
                  </a:cubicBezTo>
                  <a:lnTo>
                    <a:pt x="0" y="27714"/>
                  </a:lnTo>
                  <a:cubicBezTo>
                    <a:pt x="0" y="12408"/>
                    <a:pt x="12408" y="0"/>
                    <a:pt x="277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37525" b="-793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29207" y="3730488"/>
            <a:ext cx="7019525" cy="4098253"/>
            <a:chOff x="0" y="0"/>
            <a:chExt cx="989441" cy="5776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9441" cy="577671"/>
            </a:xfrm>
            <a:custGeom>
              <a:avLst/>
              <a:gdLst/>
              <a:ahLst/>
              <a:cxnLst/>
              <a:rect r="r" b="b" t="t" l="l"/>
              <a:pathLst>
                <a:path h="577671" w="989441">
                  <a:moveTo>
                    <a:pt x="82718" y="0"/>
                  </a:moveTo>
                  <a:lnTo>
                    <a:pt x="906722" y="0"/>
                  </a:lnTo>
                  <a:cubicBezTo>
                    <a:pt x="952406" y="0"/>
                    <a:pt x="989441" y="37034"/>
                    <a:pt x="989441" y="82718"/>
                  </a:cubicBezTo>
                  <a:lnTo>
                    <a:pt x="989441" y="494953"/>
                  </a:lnTo>
                  <a:cubicBezTo>
                    <a:pt x="989441" y="516891"/>
                    <a:pt x="980726" y="537931"/>
                    <a:pt x="965213" y="553444"/>
                  </a:cubicBezTo>
                  <a:cubicBezTo>
                    <a:pt x="949700" y="568956"/>
                    <a:pt x="928661" y="577671"/>
                    <a:pt x="906722" y="577671"/>
                  </a:cubicBezTo>
                  <a:lnTo>
                    <a:pt x="82718" y="577671"/>
                  </a:lnTo>
                  <a:cubicBezTo>
                    <a:pt x="37034" y="577671"/>
                    <a:pt x="0" y="540637"/>
                    <a:pt x="0" y="494953"/>
                  </a:cubicBezTo>
                  <a:lnTo>
                    <a:pt x="0" y="82718"/>
                  </a:lnTo>
                  <a:cubicBezTo>
                    <a:pt x="0" y="60780"/>
                    <a:pt x="8715" y="39740"/>
                    <a:pt x="24228" y="24228"/>
                  </a:cubicBezTo>
                  <a:cubicBezTo>
                    <a:pt x="39740" y="8715"/>
                    <a:pt x="60780" y="0"/>
                    <a:pt x="8271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89441" cy="615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88256" y="4128348"/>
            <a:ext cx="6228326" cy="185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SonarQube integrated into CI pipeline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Static code analysis performed during PR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Quality Gate must pass before merge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-5967585">
            <a:off x="-189095" y="5141784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924441" y="886078"/>
            <a:ext cx="2499247" cy="548524"/>
            <a:chOff x="0" y="0"/>
            <a:chExt cx="352283" cy="773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2283" cy="77318"/>
            </a:xfrm>
            <a:custGeom>
              <a:avLst/>
              <a:gdLst/>
              <a:ahLst/>
              <a:cxnLst/>
              <a:rect r="r" b="b" t="t" l="l"/>
              <a:pathLst>
                <a:path h="77318" w="352283">
                  <a:moveTo>
                    <a:pt x="38659" y="0"/>
                  </a:moveTo>
                  <a:lnTo>
                    <a:pt x="313624" y="0"/>
                  </a:lnTo>
                  <a:cubicBezTo>
                    <a:pt x="323877" y="0"/>
                    <a:pt x="333710" y="4073"/>
                    <a:pt x="340960" y="11323"/>
                  </a:cubicBezTo>
                  <a:cubicBezTo>
                    <a:pt x="348210" y="18573"/>
                    <a:pt x="352283" y="28406"/>
                    <a:pt x="352283" y="38659"/>
                  </a:cubicBezTo>
                  <a:lnTo>
                    <a:pt x="352283" y="38659"/>
                  </a:lnTo>
                  <a:cubicBezTo>
                    <a:pt x="352283" y="48912"/>
                    <a:pt x="348210" y="58745"/>
                    <a:pt x="340960" y="65995"/>
                  </a:cubicBezTo>
                  <a:cubicBezTo>
                    <a:pt x="333710" y="73245"/>
                    <a:pt x="323877" y="77318"/>
                    <a:pt x="313624" y="77318"/>
                  </a:cubicBezTo>
                  <a:lnTo>
                    <a:pt x="38659" y="77318"/>
                  </a:lnTo>
                  <a:cubicBezTo>
                    <a:pt x="28406" y="77318"/>
                    <a:pt x="18573" y="73245"/>
                    <a:pt x="11323" y="65995"/>
                  </a:cubicBezTo>
                  <a:cubicBezTo>
                    <a:pt x="4073" y="58745"/>
                    <a:pt x="0" y="48912"/>
                    <a:pt x="0" y="38659"/>
                  </a:cubicBezTo>
                  <a:lnTo>
                    <a:pt x="0" y="38659"/>
                  </a:lnTo>
                  <a:cubicBezTo>
                    <a:pt x="0" y="28406"/>
                    <a:pt x="4073" y="18573"/>
                    <a:pt x="11323" y="11323"/>
                  </a:cubicBezTo>
                  <a:cubicBezTo>
                    <a:pt x="18573" y="4073"/>
                    <a:pt x="28406" y="0"/>
                    <a:pt x="3865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52283" cy="115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710807" y="1983465"/>
            <a:ext cx="12866385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CI &amp; SonarQube Integration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Vercel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Docker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71000" y="974929"/>
            <a:ext cx="201526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 &amp; SonarQube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72027" y="5510991"/>
            <a:ext cx="5060784" cy="231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39"/>
              </a:lnSpc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Checks for: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Bugs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Code smells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Security issues</a:t>
            </a:r>
          </a:p>
          <a:p>
            <a:pPr algn="just">
              <a:lnSpc>
                <a:spcPts val="373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117000" y="8899525"/>
            <a:ext cx="415515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2565" y="3736053"/>
            <a:ext cx="6817439" cy="4214665"/>
            <a:chOff x="0" y="0"/>
            <a:chExt cx="1023545" cy="6327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3545" cy="632774"/>
            </a:xfrm>
            <a:custGeom>
              <a:avLst/>
              <a:gdLst/>
              <a:ahLst/>
              <a:cxnLst/>
              <a:rect r="r" b="b" t="t" l="l"/>
              <a:pathLst>
                <a:path h="632774" w="1023545">
                  <a:moveTo>
                    <a:pt x="85170" y="0"/>
                  </a:moveTo>
                  <a:lnTo>
                    <a:pt x="938375" y="0"/>
                  </a:lnTo>
                  <a:cubicBezTo>
                    <a:pt x="985413" y="0"/>
                    <a:pt x="1023545" y="38132"/>
                    <a:pt x="1023545" y="85170"/>
                  </a:cubicBezTo>
                  <a:lnTo>
                    <a:pt x="1023545" y="547604"/>
                  </a:lnTo>
                  <a:cubicBezTo>
                    <a:pt x="1023545" y="594642"/>
                    <a:pt x="985413" y="632774"/>
                    <a:pt x="938375" y="632774"/>
                  </a:cubicBezTo>
                  <a:lnTo>
                    <a:pt x="85170" y="632774"/>
                  </a:lnTo>
                  <a:cubicBezTo>
                    <a:pt x="38132" y="632774"/>
                    <a:pt x="0" y="594642"/>
                    <a:pt x="0" y="547604"/>
                  </a:cubicBezTo>
                  <a:lnTo>
                    <a:pt x="0" y="85170"/>
                  </a:lnTo>
                  <a:cubicBezTo>
                    <a:pt x="0" y="38132"/>
                    <a:pt x="38132" y="0"/>
                    <a:pt x="8517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23545" cy="67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184083">
            <a:off x="7081720" y="2781341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33318" y="908629"/>
            <a:ext cx="2499247" cy="548524"/>
            <a:chOff x="0" y="0"/>
            <a:chExt cx="352283" cy="773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2283" cy="77318"/>
            </a:xfrm>
            <a:custGeom>
              <a:avLst/>
              <a:gdLst/>
              <a:ahLst/>
              <a:cxnLst/>
              <a:rect r="r" b="b" t="t" l="l"/>
              <a:pathLst>
                <a:path h="77318" w="352283">
                  <a:moveTo>
                    <a:pt x="38659" y="0"/>
                  </a:moveTo>
                  <a:lnTo>
                    <a:pt x="313624" y="0"/>
                  </a:lnTo>
                  <a:cubicBezTo>
                    <a:pt x="323877" y="0"/>
                    <a:pt x="333710" y="4073"/>
                    <a:pt x="340960" y="11323"/>
                  </a:cubicBezTo>
                  <a:cubicBezTo>
                    <a:pt x="348210" y="18573"/>
                    <a:pt x="352283" y="28406"/>
                    <a:pt x="352283" y="38659"/>
                  </a:cubicBezTo>
                  <a:lnTo>
                    <a:pt x="352283" y="38659"/>
                  </a:lnTo>
                  <a:cubicBezTo>
                    <a:pt x="352283" y="48912"/>
                    <a:pt x="348210" y="58745"/>
                    <a:pt x="340960" y="65995"/>
                  </a:cubicBezTo>
                  <a:cubicBezTo>
                    <a:pt x="333710" y="73245"/>
                    <a:pt x="323877" y="77318"/>
                    <a:pt x="313624" y="77318"/>
                  </a:cubicBezTo>
                  <a:lnTo>
                    <a:pt x="38659" y="77318"/>
                  </a:lnTo>
                  <a:cubicBezTo>
                    <a:pt x="28406" y="77318"/>
                    <a:pt x="18573" y="73245"/>
                    <a:pt x="11323" y="65995"/>
                  </a:cubicBezTo>
                  <a:cubicBezTo>
                    <a:pt x="4073" y="58745"/>
                    <a:pt x="0" y="48912"/>
                    <a:pt x="0" y="38659"/>
                  </a:cubicBezTo>
                  <a:lnTo>
                    <a:pt x="0" y="38659"/>
                  </a:lnTo>
                  <a:cubicBezTo>
                    <a:pt x="0" y="28406"/>
                    <a:pt x="4073" y="18573"/>
                    <a:pt x="11323" y="11323"/>
                  </a:cubicBezTo>
                  <a:cubicBezTo>
                    <a:pt x="18573" y="4073"/>
                    <a:pt x="28406" y="0"/>
                    <a:pt x="3865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52283" cy="115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7209" y="4053066"/>
            <a:ext cx="8961320" cy="3580637"/>
            <a:chOff x="0" y="0"/>
            <a:chExt cx="1263148" cy="5047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3148" cy="504711"/>
            </a:xfrm>
            <a:custGeom>
              <a:avLst/>
              <a:gdLst/>
              <a:ahLst/>
              <a:cxnLst/>
              <a:rect r="r" b="b" t="t" l="l"/>
              <a:pathLst>
                <a:path h="504711" w="1263148">
                  <a:moveTo>
                    <a:pt x="64794" y="0"/>
                  </a:moveTo>
                  <a:lnTo>
                    <a:pt x="1198353" y="0"/>
                  </a:lnTo>
                  <a:cubicBezTo>
                    <a:pt x="1215538" y="0"/>
                    <a:pt x="1232018" y="6827"/>
                    <a:pt x="1244170" y="18978"/>
                  </a:cubicBezTo>
                  <a:cubicBezTo>
                    <a:pt x="1256321" y="31129"/>
                    <a:pt x="1263148" y="47610"/>
                    <a:pt x="1263148" y="64794"/>
                  </a:cubicBezTo>
                  <a:lnTo>
                    <a:pt x="1263148" y="439916"/>
                  </a:lnTo>
                  <a:cubicBezTo>
                    <a:pt x="1263148" y="475701"/>
                    <a:pt x="1234138" y="504711"/>
                    <a:pt x="1198353" y="504711"/>
                  </a:cubicBezTo>
                  <a:lnTo>
                    <a:pt x="64794" y="504711"/>
                  </a:lnTo>
                  <a:cubicBezTo>
                    <a:pt x="47610" y="504711"/>
                    <a:pt x="31129" y="497884"/>
                    <a:pt x="18978" y="485733"/>
                  </a:cubicBezTo>
                  <a:cubicBezTo>
                    <a:pt x="6827" y="473581"/>
                    <a:pt x="0" y="457101"/>
                    <a:pt x="0" y="439916"/>
                  </a:cubicBezTo>
                  <a:lnTo>
                    <a:pt x="0" y="64794"/>
                  </a:lnTo>
                  <a:cubicBezTo>
                    <a:pt x="0" y="29009"/>
                    <a:pt x="29009" y="0"/>
                    <a:pt x="64794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63148" cy="542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49447" y="4117386"/>
            <a:ext cx="5981479" cy="3459644"/>
            <a:chOff x="0" y="0"/>
            <a:chExt cx="845123" cy="4888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5123" cy="488813"/>
            </a:xfrm>
            <a:custGeom>
              <a:avLst/>
              <a:gdLst/>
              <a:ahLst/>
              <a:cxnLst/>
              <a:rect r="r" b="b" t="t" l="l"/>
              <a:pathLst>
                <a:path h="488813" w="845123">
                  <a:moveTo>
                    <a:pt x="29769" y="0"/>
                  </a:moveTo>
                  <a:lnTo>
                    <a:pt x="815354" y="0"/>
                  </a:lnTo>
                  <a:cubicBezTo>
                    <a:pt x="823249" y="0"/>
                    <a:pt x="830821" y="3136"/>
                    <a:pt x="836404" y="8719"/>
                  </a:cubicBezTo>
                  <a:cubicBezTo>
                    <a:pt x="841987" y="14302"/>
                    <a:pt x="845123" y="21874"/>
                    <a:pt x="845123" y="29769"/>
                  </a:cubicBezTo>
                  <a:lnTo>
                    <a:pt x="845123" y="459044"/>
                  </a:lnTo>
                  <a:cubicBezTo>
                    <a:pt x="845123" y="466939"/>
                    <a:pt x="841987" y="474511"/>
                    <a:pt x="836404" y="480094"/>
                  </a:cubicBezTo>
                  <a:cubicBezTo>
                    <a:pt x="830821" y="485677"/>
                    <a:pt x="823249" y="488813"/>
                    <a:pt x="815354" y="488813"/>
                  </a:cubicBezTo>
                  <a:lnTo>
                    <a:pt x="29769" y="488813"/>
                  </a:lnTo>
                  <a:cubicBezTo>
                    <a:pt x="21874" y="488813"/>
                    <a:pt x="14302" y="485677"/>
                    <a:pt x="8719" y="480094"/>
                  </a:cubicBezTo>
                  <a:cubicBezTo>
                    <a:pt x="3136" y="474511"/>
                    <a:pt x="0" y="466939"/>
                    <a:pt x="0" y="459044"/>
                  </a:cubicBezTo>
                  <a:lnTo>
                    <a:pt x="0" y="29769"/>
                  </a:lnTo>
                  <a:cubicBezTo>
                    <a:pt x="0" y="21874"/>
                    <a:pt x="3136" y="14302"/>
                    <a:pt x="8719" y="8719"/>
                  </a:cubicBezTo>
                  <a:cubicBezTo>
                    <a:pt x="14302" y="3136"/>
                    <a:pt x="21874" y="0"/>
                    <a:pt x="29769" y="0"/>
                  </a:cubicBezTo>
                  <a:close/>
                </a:path>
              </a:pathLst>
            </a:custGeom>
            <a:blipFill>
              <a:blip r:embed="rId3"/>
              <a:stretch>
                <a:fillRect l="-2225" t="0" r="-2225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795534" y="2217482"/>
            <a:ext cx="10696932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Dockerization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Vercel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Docker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71000" y="974929"/>
            <a:ext cx="201526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 &amp; SonarQube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0924" y="4345448"/>
            <a:ext cx="8252390" cy="185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Spring Boot backend dockerized for local testing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Dockerfile created using OpenJDK base image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Backend verified inside Docker container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111268" y="5719560"/>
            <a:ext cx="9024317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39"/>
              </a:lnSpc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Docker commands used: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docker build -t resort_crm_backend .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do</a:t>
            </a: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cker run -p 8080:8080 resort_crm_backend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17000" y="8899525"/>
            <a:ext cx="415515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6113" y="3151879"/>
            <a:ext cx="9872955" cy="5454144"/>
            <a:chOff x="0" y="0"/>
            <a:chExt cx="1350235" cy="7459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0235" cy="745914"/>
            </a:xfrm>
            <a:custGeom>
              <a:avLst/>
              <a:gdLst/>
              <a:ahLst/>
              <a:cxnLst/>
              <a:rect r="r" b="b" t="t" l="l"/>
              <a:pathLst>
                <a:path h="745914" w="1350235">
                  <a:moveTo>
                    <a:pt x="18036" y="0"/>
                  </a:moveTo>
                  <a:lnTo>
                    <a:pt x="1332199" y="0"/>
                  </a:lnTo>
                  <a:cubicBezTo>
                    <a:pt x="1342160" y="0"/>
                    <a:pt x="1350235" y="8075"/>
                    <a:pt x="1350235" y="18036"/>
                  </a:cubicBezTo>
                  <a:lnTo>
                    <a:pt x="1350235" y="727879"/>
                  </a:lnTo>
                  <a:cubicBezTo>
                    <a:pt x="1350235" y="737839"/>
                    <a:pt x="1342160" y="745914"/>
                    <a:pt x="1332199" y="745914"/>
                  </a:cubicBezTo>
                  <a:lnTo>
                    <a:pt x="18036" y="745914"/>
                  </a:lnTo>
                  <a:cubicBezTo>
                    <a:pt x="8075" y="745914"/>
                    <a:pt x="0" y="737839"/>
                    <a:pt x="0" y="727879"/>
                  </a:cubicBezTo>
                  <a:lnTo>
                    <a:pt x="0" y="18036"/>
                  </a:lnTo>
                  <a:cubicBezTo>
                    <a:pt x="0" y="8075"/>
                    <a:pt x="8075" y="0"/>
                    <a:pt x="1803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11" r="0" b="-91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1184083">
            <a:off x="-2837908" y="1272574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47811" y="908629"/>
            <a:ext cx="2499247" cy="548524"/>
            <a:chOff x="0" y="0"/>
            <a:chExt cx="352283" cy="773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2283" cy="77318"/>
            </a:xfrm>
            <a:custGeom>
              <a:avLst/>
              <a:gdLst/>
              <a:ahLst/>
              <a:cxnLst/>
              <a:rect r="r" b="b" t="t" l="l"/>
              <a:pathLst>
                <a:path h="77318" w="352283">
                  <a:moveTo>
                    <a:pt x="38659" y="0"/>
                  </a:moveTo>
                  <a:lnTo>
                    <a:pt x="313624" y="0"/>
                  </a:lnTo>
                  <a:cubicBezTo>
                    <a:pt x="323877" y="0"/>
                    <a:pt x="333710" y="4073"/>
                    <a:pt x="340960" y="11323"/>
                  </a:cubicBezTo>
                  <a:cubicBezTo>
                    <a:pt x="348210" y="18573"/>
                    <a:pt x="352283" y="28406"/>
                    <a:pt x="352283" y="38659"/>
                  </a:cubicBezTo>
                  <a:lnTo>
                    <a:pt x="352283" y="38659"/>
                  </a:lnTo>
                  <a:cubicBezTo>
                    <a:pt x="352283" y="48912"/>
                    <a:pt x="348210" y="58745"/>
                    <a:pt x="340960" y="65995"/>
                  </a:cubicBezTo>
                  <a:cubicBezTo>
                    <a:pt x="333710" y="73245"/>
                    <a:pt x="323877" y="77318"/>
                    <a:pt x="313624" y="77318"/>
                  </a:cubicBezTo>
                  <a:lnTo>
                    <a:pt x="38659" y="77318"/>
                  </a:lnTo>
                  <a:cubicBezTo>
                    <a:pt x="28406" y="77318"/>
                    <a:pt x="18573" y="73245"/>
                    <a:pt x="11323" y="65995"/>
                  </a:cubicBezTo>
                  <a:cubicBezTo>
                    <a:pt x="4073" y="58745"/>
                    <a:pt x="0" y="48912"/>
                    <a:pt x="0" y="38659"/>
                  </a:cubicBezTo>
                  <a:lnTo>
                    <a:pt x="0" y="38659"/>
                  </a:lnTo>
                  <a:cubicBezTo>
                    <a:pt x="0" y="28406"/>
                    <a:pt x="4073" y="18573"/>
                    <a:pt x="11323" y="11323"/>
                  </a:cubicBezTo>
                  <a:cubicBezTo>
                    <a:pt x="18573" y="4073"/>
                    <a:pt x="28406" y="0"/>
                    <a:pt x="3865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2283" cy="115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4638385"/>
            <a:ext cx="7177309" cy="2290891"/>
            <a:chOff x="0" y="0"/>
            <a:chExt cx="3876886" cy="12374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886" cy="1237445"/>
            </a:xfrm>
            <a:custGeom>
              <a:avLst/>
              <a:gdLst/>
              <a:ahLst/>
              <a:cxnLst/>
              <a:rect r="r" b="b" t="t" l="l"/>
              <a:pathLst>
                <a:path h="1237445" w="3876886">
                  <a:moveTo>
                    <a:pt x="30169" y="0"/>
                  </a:moveTo>
                  <a:lnTo>
                    <a:pt x="3846717" y="0"/>
                  </a:lnTo>
                  <a:cubicBezTo>
                    <a:pt x="3854719" y="0"/>
                    <a:pt x="3862392" y="3179"/>
                    <a:pt x="3868050" y="8836"/>
                  </a:cubicBezTo>
                  <a:cubicBezTo>
                    <a:pt x="3873708" y="14494"/>
                    <a:pt x="3876886" y="22168"/>
                    <a:pt x="3876886" y="30169"/>
                  </a:cubicBezTo>
                  <a:lnTo>
                    <a:pt x="3876886" y="1207276"/>
                  </a:lnTo>
                  <a:cubicBezTo>
                    <a:pt x="3876886" y="1215277"/>
                    <a:pt x="3873708" y="1222951"/>
                    <a:pt x="3868050" y="1228608"/>
                  </a:cubicBezTo>
                  <a:cubicBezTo>
                    <a:pt x="3862392" y="1234266"/>
                    <a:pt x="3854719" y="1237445"/>
                    <a:pt x="3846717" y="1237445"/>
                  </a:cubicBezTo>
                  <a:lnTo>
                    <a:pt x="30169" y="1237445"/>
                  </a:lnTo>
                  <a:cubicBezTo>
                    <a:pt x="22168" y="1237445"/>
                    <a:pt x="14494" y="1234266"/>
                    <a:pt x="8836" y="1228608"/>
                  </a:cubicBezTo>
                  <a:cubicBezTo>
                    <a:pt x="3179" y="1222951"/>
                    <a:pt x="0" y="1215277"/>
                    <a:pt x="0" y="1207276"/>
                  </a:cubicBezTo>
                  <a:lnTo>
                    <a:pt x="0" y="30169"/>
                  </a:lnTo>
                  <a:cubicBezTo>
                    <a:pt x="0" y="22168"/>
                    <a:pt x="3179" y="14494"/>
                    <a:pt x="8836" y="8836"/>
                  </a:cubicBezTo>
                  <a:cubicBezTo>
                    <a:pt x="14494" y="3179"/>
                    <a:pt x="22168" y="0"/>
                    <a:pt x="30169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76886" cy="1275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36032" y="1904849"/>
            <a:ext cx="10323036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 Deployment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Vercel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Docker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71000" y="974929"/>
            <a:ext cx="201526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 &amp; SonarQube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17000" y="8899525"/>
            <a:ext cx="415515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468294" y="4945995"/>
            <a:ext cx="6528722" cy="160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1972" indent="-245986" lvl="1">
              <a:lnSpc>
                <a:spcPts val="3190"/>
              </a:lnSpc>
              <a:buFont typeface="Arial"/>
              <a:buChar char="•"/>
            </a:pPr>
            <a:r>
              <a:rPr lang="en-US" sz="22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deployed using Vercel</a:t>
            </a:r>
          </a:p>
          <a:p>
            <a:pPr algn="just" marL="491972" indent="-245986" lvl="1">
              <a:lnSpc>
                <a:spcPts val="3190"/>
              </a:lnSpc>
              <a:buFont typeface="Arial"/>
              <a:buChar char="•"/>
            </a:pPr>
            <a:r>
              <a:rPr lang="en-US" sz="22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r</a:t>
            </a:r>
            <a:r>
              <a:rPr lang="en-US" sz="22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epository connected to Vercel</a:t>
            </a:r>
          </a:p>
          <a:p>
            <a:pPr algn="just" marL="491972" indent="-245986" lvl="1">
              <a:lnSpc>
                <a:spcPts val="3190"/>
              </a:lnSpc>
              <a:buFont typeface="Arial"/>
              <a:buChar char="•"/>
            </a:pPr>
            <a:r>
              <a:rPr lang="en-US" sz="22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Automatic build and deployment</a:t>
            </a:r>
          </a:p>
          <a:p>
            <a:pPr algn="just" marL="491972" indent="-245986" lvl="1">
              <a:lnSpc>
                <a:spcPts val="3190"/>
              </a:lnSpc>
              <a:spcBef>
                <a:spcPct val="0"/>
              </a:spcBef>
              <a:buFont typeface="Arial"/>
              <a:buChar char="•"/>
            </a:pPr>
            <a:r>
              <a:rPr lang="en-US" sz="22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Live frontend accessible via Vercel URL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6032" y="3151879"/>
            <a:ext cx="10323036" cy="5454144"/>
            <a:chOff x="0" y="0"/>
            <a:chExt cx="1411788" cy="7459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1788" cy="745914"/>
            </a:xfrm>
            <a:custGeom>
              <a:avLst/>
              <a:gdLst/>
              <a:ahLst/>
              <a:cxnLst/>
              <a:rect r="r" b="b" t="t" l="l"/>
              <a:pathLst>
                <a:path h="745914" w="1411788">
                  <a:moveTo>
                    <a:pt x="17249" y="0"/>
                  </a:moveTo>
                  <a:lnTo>
                    <a:pt x="1394539" y="0"/>
                  </a:lnTo>
                  <a:cubicBezTo>
                    <a:pt x="1404066" y="0"/>
                    <a:pt x="1411788" y="7723"/>
                    <a:pt x="1411788" y="17249"/>
                  </a:cubicBezTo>
                  <a:lnTo>
                    <a:pt x="1411788" y="728665"/>
                  </a:lnTo>
                  <a:cubicBezTo>
                    <a:pt x="1411788" y="738191"/>
                    <a:pt x="1404066" y="745914"/>
                    <a:pt x="1394539" y="745914"/>
                  </a:cubicBezTo>
                  <a:lnTo>
                    <a:pt x="17249" y="745914"/>
                  </a:lnTo>
                  <a:cubicBezTo>
                    <a:pt x="7723" y="745914"/>
                    <a:pt x="0" y="738191"/>
                    <a:pt x="0" y="728665"/>
                  </a:cubicBezTo>
                  <a:lnTo>
                    <a:pt x="0" y="17249"/>
                  </a:lnTo>
                  <a:cubicBezTo>
                    <a:pt x="0" y="7723"/>
                    <a:pt x="7723" y="0"/>
                    <a:pt x="17249" y="0"/>
                  </a:cubicBezTo>
                  <a:close/>
                </a:path>
              </a:pathLst>
            </a:custGeom>
            <a:blipFill>
              <a:blip r:embed="rId2"/>
              <a:stretch>
                <a:fillRect l="-2182" t="0" r="-218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1184083">
            <a:off x="-2837908" y="1272574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47811" y="908629"/>
            <a:ext cx="2499247" cy="548524"/>
            <a:chOff x="0" y="0"/>
            <a:chExt cx="352283" cy="773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2283" cy="77318"/>
            </a:xfrm>
            <a:custGeom>
              <a:avLst/>
              <a:gdLst/>
              <a:ahLst/>
              <a:cxnLst/>
              <a:rect r="r" b="b" t="t" l="l"/>
              <a:pathLst>
                <a:path h="77318" w="352283">
                  <a:moveTo>
                    <a:pt x="38659" y="0"/>
                  </a:moveTo>
                  <a:lnTo>
                    <a:pt x="313624" y="0"/>
                  </a:lnTo>
                  <a:cubicBezTo>
                    <a:pt x="323877" y="0"/>
                    <a:pt x="333710" y="4073"/>
                    <a:pt x="340960" y="11323"/>
                  </a:cubicBezTo>
                  <a:cubicBezTo>
                    <a:pt x="348210" y="18573"/>
                    <a:pt x="352283" y="28406"/>
                    <a:pt x="352283" y="38659"/>
                  </a:cubicBezTo>
                  <a:lnTo>
                    <a:pt x="352283" y="38659"/>
                  </a:lnTo>
                  <a:cubicBezTo>
                    <a:pt x="352283" y="48912"/>
                    <a:pt x="348210" y="58745"/>
                    <a:pt x="340960" y="65995"/>
                  </a:cubicBezTo>
                  <a:cubicBezTo>
                    <a:pt x="333710" y="73245"/>
                    <a:pt x="323877" y="77318"/>
                    <a:pt x="313624" y="77318"/>
                  </a:cubicBezTo>
                  <a:lnTo>
                    <a:pt x="38659" y="77318"/>
                  </a:lnTo>
                  <a:cubicBezTo>
                    <a:pt x="28406" y="77318"/>
                    <a:pt x="18573" y="73245"/>
                    <a:pt x="11323" y="65995"/>
                  </a:cubicBezTo>
                  <a:cubicBezTo>
                    <a:pt x="4073" y="58745"/>
                    <a:pt x="0" y="48912"/>
                    <a:pt x="0" y="38659"/>
                  </a:cubicBezTo>
                  <a:lnTo>
                    <a:pt x="0" y="38659"/>
                  </a:lnTo>
                  <a:cubicBezTo>
                    <a:pt x="0" y="28406"/>
                    <a:pt x="4073" y="18573"/>
                    <a:pt x="11323" y="11323"/>
                  </a:cubicBezTo>
                  <a:cubicBezTo>
                    <a:pt x="18573" y="4073"/>
                    <a:pt x="28406" y="0"/>
                    <a:pt x="3865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2283" cy="115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4638385"/>
            <a:ext cx="7177309" cy="2290891"/>
            <a:chOff x="0" y="0"/>
            <a:chExt cx="3876886" cy="12374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886" cy="1237445"/>
            </a:xfrm>
            <a:custGeom>
              <a:avLst/>
              <a:gdLst/>
              <a:ahLst/>
              <a:cxnLst/>
              <a:rect r="r" b="b" t="t" l="l"/>
              <a:pathLst>
                <a:path h="1237445" w="3876886">
                  <a:moveTo>
                    <a:pt x="30169" y="0"/>
                  </a:moveTo>
                  <a:lnTo>
                    <a:pt x="3846717" y="0"/>
                  </a:lnTo>
                  <a:cubicBezTo>
                    <a:pt x="3854719" y="0"/>
                    <a:pt x="3862392" y="3179"/>
                    <a:pt x="3868050" y="8836"/>
                  </a:cubicBezTo>
                  <a:cubicBezTo>
                    <a:pt x="3873708" y="14494"/>
                    <a:pt x="3876886" y="22168"/>
                    <a:pt x="3876886" y="30169"/>
                  </a:cubicBezTo>
                  <a:lnTo>
                    <a:pt x="3876886" y="1207276"/>
                  </a:lnTo>
                  <a:cubicBezTo>
                    <a:pt x="3876886" y="1215277"/>
                    <a:pt x="3873708" y="1222951"/>
                    <a:pt x="3868050" y="1228608"/>
                  </a:cubicBezTo>
                  <a:cubicBezTo>
                    <a:pt x="3862392" y="1234266"/>
                    <a:pt x="3854719" y="1237445"/>
                    <a:pt x="3846717" y="1237445"/>
                  </a:cubicBezTo>
                  <a:lnTo>
                    <a:pt x="30169" y="1237445"/>
                  </a:lnTo>
                  <a:cubicBezTo>
                    <a:pt x="22168" y="1237445"/>
                    <a:pt x="14494" y="1234266"/>
                    <a:pt x="8836" y="1228608"/>
                  </a:cubicBezTo>
                  <a:cubicBezTo>
                    <a:pt x="3179" y="1222951"/>
                    <a:pt x="0" y="1215277"/>
                    <a:pt x="0" y="1207276"/>
                  </a:cubicBezTo>
                  <a:lnTo>
                    <a:pt x="0" y="30169"/>
                  </a:lnTo>
                  <a:cubicBezTo>
                    <a:pt x="0" y="22168"/>
                    <a:pt x="3179" y="14494"/>
                    <a:pt x="8836" y="8836"/>
                  </a:cubicBezTo>
                  <a:cubicBezTo>
                    <a:pt x="14494" y="3179"/>
                    <a:pt x="22168" y="0"/>
                    <a:pt x="30169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76886" cy="1275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36032" y="1904849"/>
            <a:ext cx="1615846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Deployment (Optional)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Render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Versal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71000" y="974929"/>
            <a:ext cx="201526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17000" y="8899525"/>
            <a:ext cx="415515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4925783"/>
            <a:ext cx="7572590" cy="159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Spring Boot backend containerized using Docker</a:t>
            </a:r>
          </a:p>
          <a:p>
            <a:pPr algn="just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Dockerfile created with OpenJDK base image</a:t>
            </a:r>
          </a:p>
          <a:p>
            <a:pPr algn="just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 runs inside Docker on port 8080</a:t>
            </a:r>
          </a:p>
          <a:p>
            <a:pPr algn="just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Deployed and tested in local Docker environment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6148415" y="7323896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60758" y="3357724"/>
            <a:ext cx="10701558" cy="5112473"/>
            <a:chOff x="0" y="0"/>
            <a:chExt cx="5780540" cy="27615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80540" cy="2761547"/>
            </a:xfrm>
            <a:custGeom>
              <a:avLst/>
              <a:gdLst/>
              <a:ahLst/>
              <a:cxnLst/>
              <a:rect r="r" b="b" t="t" l="l"/>
              <a:pathLst>
                <a:path h="2761547" w="5780540">
                  <a:moveTo>
                    <a:pt x="20234" y="0"/>
                  </a:moveTo>
                  <a:lnTo>
                    <a:pt x="5760307" y="0"/>
                  </a:lnTo>
                  <a:cubicBezTo>
                    <a:pt x="5765673" y="0"/>
                    <a:pt x="5770819" y="2132"/>
                    <a:pt x="5774614" y="5926"/>
                  </a:cubicBezTo>
                  <a:cubicBezTo>
                    <a:pt x="5778409" y="9721"/>
                    <a:pt x="5780540" y="14867"/>
                    <a:pt x="5780540" y="20234"/>
                  </a:cubicBezTo>
                  <a:lnTo>
                    <a:pt x="5780540" y="2741313"/>
                  </a:lnTo>
                  <a:cubicBezTo>
                    <a:pt x="5780540" y="2752488"/>
                    <a:pt x="5771481" y="2761547"/>
                    <a:pt x="5760307" y="2761547"/>
                  </a:cubicBezTo>
                  <a:lnTo>
                    <a:pt x="20234" y="2761547"/>
                  </a:lnTo>
                  <a:cubicBezTo>
                    <a:pt x="14867" y="2761547"/>
                    <a:pt x="9721" y="2759415"/>
                    <a:pt x="5926" y="2755620"/>
                  </a:cubicBezTo>
                  <a:cubicBezTo>
                    <a:pt x="2132" y="2751826"/>
                    <a:pt x="0" y="2746679"/>
                    <a:pt x="0" y="2741313"/>
                  </a:cubicBezTo>
                  <a:lnTo>
                    <a:pt x="0" y="20234"/>
                  </a:lnTo>
                  <a:cubicBezTo>
                    <a:pt x="0" y="14867"/>
                    <a:pt x="2132" y="9721"/>
                    <a:pt x="5926" y="5926"/>
                  </a:cubicBezTo>
                  <a:cubicBezTo>
                    <a:pt x="9721" y="2132"/>
                    <a:pt x="14867" y="0"/>
                    <a:pt x="20234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80540" cy="2799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36983" y="3584458"/>
            <a:ext cx="4809828" cy="4731473"/>
            <a:chOff x="0" y="0"/>
            <a:chExt cx="2598071" cy="25557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98071" cy="2555746"/>
            </a:xfrm>
            <a:custGeom>
              <a:avLst/>
              <a:gdLst/>
              <a:ahLst/>
              <a:cxnLst/>
              <a:rect r="r" b="b" t="t" l="l"/>
              <a:pathLst>
                <a:path h="2555746" w="2598071">
                  <a:moveTo>
                    <a:pt x="45019" y="0"/>
                  </a:moveTo>
                  <a:lnTo>
                    <a:pt x="2553052" y="0"/>
                  </a:lnTo>
                  <a:cubicBezTo>
                    <a:pt x="2577915" y="0"/>
                    <a:pt x="2598071" y="20156"/>
                    <a:pt x="2598071" y="45019"/>
                  </a:cubicBezTo>
                  <a:lnTo>
                    <a:pt x="2598071" y="2510727"/>
                  </a:lnTo>
                  <a:cubicBezTo>
                    <a:pt x="2598071" y="2535591"/>
                    <a:pt x="2577915" y="2555746"/>
                    <a:pt x="2553052" y="2555746"/>
                  </a:cubicBezTo>
                  <a:lnTo>
                    <a:pt x="45019" y="2555746"/>
                  </a:lnTo>
                  <a:cubicBezTo>
                    <a:pt x="20156" y="2555746"/>
                    <a:pt x="0" y="2535591"/>
                    <a:pt x="0" y="2510727"/>
                  </a:cubicBezTo>
                  <a:lnTo>
                    <a:pt x="0" y="45019"/>
                  </a:lnTo>
                  <a:cubicBezTo>
                    <a:pt x="0" y="20156"/>
                    <a:pt x="20156" y="0"/>
                    <a:pt x="45019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98071" cy="259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653709" y="1921981"/>
            <a:ext cx="11438454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Issues Faced &amp; Solutions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81781" y="3548224"/>
            <a:ext cx="4809828" cy="4731473"/>
            <a:chOff x="0" y="0"/>
            <a:chExt cx="2598071" cy="25557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98071" cy="2555746"/>
            </a:xfrm>
            <a:custGeom>
              <a:avLst/>
              <a:gdLst/>
              <a:ahLst/>
              <a:cxnLst/>
              <a:rect r="r" b="b" t="t" l="l"/>
              <a:pathLst>
                <a:path h="2555746" w="2598071">
                  <a:moveTo>
                    <a:pt x="45019" y="0"/>
                  </a:moveTo>
                  <a:lnTo>
                    <a:pt x="2553052" y="0"/>
                  </a:lnTo>
                  <a:cubicBezTo>
                    <a:pt x="2577915" y="0"/>
                    <a:pt x="2598071" y="20156"/>
                    <a:pt x="2598071" y="45019"/>
                  </a:cubicBezTo>
                  <a:lnTo>
                    <a:pt x="2598071" y="2510727"/>
                  </a:lnTo>
                  <a:cubicBezTo>
                    <a:pt x="2598071" y="2535591"/>
                    <a:pt x="2577915" y="2555746"/>
                    <a:pt x="2553052" y="2555746"/>
                  </a:cubicBezTo>
                  <a:lnTo>
                    <a:pt x="45019" y="2555746"/>
                  </a:lnTo>
                  <a:cubicBezTo>
                    <a:pt x="20156" y="2555746"/>
                    <a:pt x="0" y="2535591"/>
                    <a:pt x="0" y="2510727"/>
                  </a:cubicBezTo>
                  <a:lnTo>
                    <a:pt x="0" y="45019"/>
                  </a:lnTo>
                  <a:cubicBezTo>
                    <a:pt x="0" y="20156"/>
                    <a:pt x="20156" y="0"/>
                    <a:pt x="45019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98071" cy="259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131605" y="3756044"/>
            <a:ext cx="379739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 Implemented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63799" y="4306322"/>
            <a:ext cx="4727810" cy="326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Enabled virtualization &amp; restarted Docker services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Resolved port conflicts by freeing/changing ports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Configured CORS settings in Spring Boot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Refactored code to meet SonarQube quality standards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32774" y="3756044"/>
            <a:ext cx="244643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Issues Faced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88992" y="4306322"/>
            <a:ext cx="4533994" cy="367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Docker Desktop startup issues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Port conflicts (</a:t>
            </a: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8080 already in use)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CORS errors between frontend &amp; backend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SonarQube quality gate failures</a:t>
            </a:r>
          </a:p>
          <a:p>
            <a:pPr algn="l">
              <a:lnSpc>
                <a:spcPts val="329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1047811" y="908629"/>
            <a:ext cx="2499247" cy="548524"/>
            <a:chOff x="0" y="0"/>
            <a:chExt cx="352283" cy="773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2283" cy="77318"/>
            </a:xfrm>
            <a:custGeom>
              <a:avLst/>
              <a:gdLst/>
              <a:ahLst/>
              <a:cxnLst/>
              <a:rect r="r" b="b" t="t" l="l"/>
              <a:pathLst>
                <a:path h="77318" w="352283">
                  <a:moveTo>
                    <a:pt x="38659" y="0"/>
                  </a:moveTo>
                  <a:lnTo>
                    <a:pt x="313624" y="0"/>
                  </a:lnTo>
                  <a:cubicBezTo>
                    <a:pt x="323877" y="0"/>
                    <a:pt x="333710" y="4073"/>
                    <a:pt x="340960" y="11323"/>
                  </a:cubicBezTo>
                  <a:cubicBezTo>
                    <a:pt x="348210" y="18573"/>
                    <a:pt x="352283" y="28406"/>
                    <a:pt x="352283" y="38659"/>
                  </a:cubicBezTo>
                  <a:lnTo>
                    <a:pt x="352283" y="38659"/>
                  </a:lnTo>
                  <a:cubicBezTo>
                    <a:pt x="352283" y="48912"/>
                    <a:pt x="348210" y="58745"/>
                    <a:pt x="340960" y="65995"/>
                  </a:cubicBezTo>
                  <a:cubicBezTo>
                    <a:pt x="333710" y="73245"/>
                    <a:pt x="323877" y="77318"/>
                    <a:pt x="313624" y="77318"/>
                  </a:cubicBezTo>
                  <a:lnTo>
                    <a:pt x="38659" y="77318"/>
                  </a:lnTo>
                  <a:cubicBezTo>
                    <a:pt x="28406" y="77318"/>
                    <a:pt x="18573" y="73245"/>
                    <a:pt x="11323" y="65995"/>
                  </a:cubicBezTo>
                  <a:cubicBezTo>
                    <a:pt x="4073" y="58745"/>
                    <a:pt x="0" y="48912"/>
                    <a:pt x="0" y="38659"/>
                  </a:cubicBezTo>
                  <a:lnTo>
                    <a:pt x="0" y="38659"/>
                  </a:lnTo>
                  <a:cubicBezTo>
                    <a:pt x="0" y="28406"/>
                    <a:pt x="4073" y="18573"/>
                    <a:pt x="11323" y="11323"/>
                  </a:cubicBezTo>
                  <a:cubicBezTo>
                    <a:pt x="18573" y="4073"/>
                    <a:pt x="28406" y="0"/>
                    <a:pt x="3865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52283" cy="115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Isses Faced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Render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Resort CRM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1000" y="974929"/>
            <a:ext cx="201526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Vercel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17000" y="8899525"/>
            <a:ext cx="415515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00" t="0" r="-89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84083">
            <a:off x="6266232" y="1272574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6" y="0"/>
                </a:lnTo>
                <a:lnTo>
                  <a:pt x="5755536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48310" y="2560493"/>
            <a:ext cx="2632148" cy="2632148"/>
            <a:chOff x="0" y="0"/>
            <a:chExt cx="1652976" cy="16529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52976" cy="1652976"/>
            </a:xfrm>
            <a:custGeom>
              <a:avLst/>
              <a:gdLst/>
              <a:ahLst/>
              <a:cxnLst/>
              <a:rect r="r" b="b" t="t" l="l"/>
              <a:pathLst>
                <a:path h="1652976" w="1652976">
                  <a:moveTo>
                    <a:pt x="82265" y="0"/>
                  </a:moveTo>
                  <a:lnTo>
                    <a:pt x="1570711" y="0"/>
                  </a:lnTo>
                  <a:cubicBezTo>
                    <a:pt x="1616145" y="0"/>
                    <a:pt x="1652976" y="36831"/>
                    <a:pt x="1652976" y="82265"/>
                  </a:cubicBezTo>
                  <a:lnTo>
                    <a:pt x="1652976" y="1570711"/>
                  </a:lnTo>
                  <a:cubicBezTo>
                    <a:pt x="1652976" y="1616145"/>
                    <a:pt x="1616145" y="1652976"/>
                    <a:pt x="1570711" y="1652976"/>
                  </a:cubicBezTo>
                  <a:lnTo>
                    <a:pt x="82265" y="1652976"/>
                  </a:lnTo>
                  <a:cubicBezTo>
                    <a:pt x="36831" y="1652976"/>
                    <a:pt x="0" y="1616145"/>
                    <a:pt x="0" y="1570711"/>
                  </a:cubicBezTo>
                  <a:lnTo>
                    <a:pt x="0" y="82265"/>
                  </a:lnTo>
                  <a:cubicBezTo>
                    <a:pt x="0" y="36831"/>
                    <a:pt x="36831" y="0"/>
                    <a:pt x="82265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52976" cy="1691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06285" y="2713765"/>
            <a:ext cx="2316198" cy="2325603"/>
            <a:chOff x="0" y="0"/>
            <a:chExt cx="404756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4756" cy="406400"/>
            </a:xfrm>
            <a:custGeom>
              <a:avLst/>
              <a:gdLst/>
              <a:ahLst/>
              <a:cxnLst/>
              <a:rect r="r" b="b" t="t" l="l"/>
              <a:pathLst>
                <a:path h="406400" w="404756">
                  <a:moveTo>
                    <a:pt x="76878" y="0"/>
                  </a:moveTo>
                  <a:lnTo>
                    <a:pt x="327879" y="0"/>
                  </a:lnTo>
                  <a:cubicBezTo>
                    <a:pt x="370337" y="0"/>
                    <a:pt x="404756" y="34419"/>
                    <a:pt x="404756" y="76878"/>
                  </a:cubicBezTo>
                  <a:lnTo>
                    <a:pt x="404756" y="329522"/>
                  </a:lnTo>
                  <a:cubicBezTo>
                    <a:pt x="404756" y="371981"/>
                    <a:pt x="370337" y="406400"/>
                    <a:pt x="327879" y="406400"/>
                  </a:cubicBezTo>
                  <a:lnTo>
                    <a:pt x="76878" y="406400"/>
                  </a:lnTo>
                  <a:cubicBezTo>
                    <a:pt x="34419" y="406400"/>
                    <a:pt x="0" y="371981"/>
                    <a:pt x="0" y="329522"/>
                  </a:cubicBezTo>
                  <a:lnTo>
                    <a:pt x="0" y="76878"/>
                  </a:lnTo>
                  <a:cubicBezTo>
                    <a:pt x="0" y="34419"/>
                    <a:pt x="34419" y="0"/>
                    <a:pt x="76878" y="0"/>
                  </a:cubicBezTo>
                  <a:close/>
                </a:path>
              </a:pathLst>
            </a:custGeom>
            <a:blipFill>
              <a:blip r:embed="rId4"/>
              <a:stretch>
                <a:fillRect l="-25351" t="0" r="-2535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874267" y="3730710"/>
            <a:ext cx="8166308" cy="150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32"/>
              </a:lnSpc>
            </a:pPr>
            <a:r>
              <a:rPr lang="en-US" sz="1031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4267" y="5187285"/>
            <a:ext cx="5098154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 spc="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YOUR ATTENTION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22547" y="886078"/>
            <a:ext cx="1851527" cy="593627"/>
            <a:chOff x="0" y="0"/>
            <a:chExt cx="260983" cy="836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0983" cy="83675"/>
            </a:xfrm>
            <a:custGeom>
              <a:avLst/>
              <a:gdLst/>
              <a:ahLst/>
              <a:cxnLst/>
              <a:rect r="r" b="b" t="t" l="l"/>
              <a:pathLst>
                <a:path h="83675" w="260983">
                  <a:moveTo>
                    <a:pt x="41838" y="0"/>
                  </a:moveTo>
                  <a:lnTo>
                    <a:pt x="219145" y="0"/>
                  </a:lnTo>
                  <a:cubicBezTo>
                    <a:pt x="230241" y="0"/>
                    <a:pt x="240883" y="4408"/>
                    <a:pt x="248729" y="12254"/>
                  </a:cubicBezTo>
                  <a:cubicBezTo>
                    <a:pt x="256575" y="20100"/>
                    <a:pt x="260983" y="30742"/>
                    <a:pt x="260983" y="41838"/>
                  </a:cubicBezTo>
                  <a:lnTo>
                    <a:pt x="260983" y="41838"/>
                  </a:lnTo>
                  <a:cubicBezTo>
                    <a:pt x="260983" y="64944"/>
                    <a:pt x="242252" y="83675"/>
                    <a:pt x="219145" y="83675"/>
                  </a:cubicBezTo>
                  <a:lnTo>
                    <a:pt x="41838" y="83675"/>
                  </a:lnTo>
                  <a:cubicBezTo>
                    <a:pt x="30742" y="83675"/>
                    <a:pt x="20100" y="79267"/>
                    <a:pt x="12254" y="71421"/>
                  </a:cubicBezTo>
                  <a:cubicBezTo>
                    <a:pt x="4408" y="63575"/>
                    <a:pt x="0" y="52934"/>
                    <a:pt x="0" y="41838"/>
                  </a:cubicBezTo>
                  <a:lnTo>
                    <a:pt x="0" y="41838"/>
                  </a:lnTo>
                  <a:cubicBezTo>
                    <a:pt x="0" y="30742"/>
                    <a:pt x="4408" y="20100"/>
                    <a:pt x="12254" y="12254"/>
                  </a:cubicBezTo>
                  <a:cubicBezTo>
                    <a:pt x="20100" y="4408"/>
                    <a:pt x="30742" y="0"/>
                    <a:pt x="418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0983" cy="12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722986" y="974929"/>
            <a:ext cx="131758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043509"/>
            <a:ext cx="2625009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Dinesh Karthick 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7962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71000" y="974929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874125"/>
            <a:ext cx="4837983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Ops Internal Presentation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117000" y="8899525"/>
            <a:ext cx="415515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resort-crm-by-dk.vercel.app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DAG_3Ud-9CQ</dc:identifier>
  <dcterms:modified xsi:type="dcterms:W3CDTF">2011-08-01T06:04:30Z</dcterms:modified>
  <cp:revision>1</cp:revision>
  <dc:title>Resort CRM Presentation</dc:title>
</cp:coreProperties>
</file>